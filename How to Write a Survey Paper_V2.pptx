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quickStyle3.xml" ContentType="application/vnd.openxmlformats-officedocument.drawingml.diagram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sldIdLst>
    <p:sldId id="256" r:id="rId2"/>
    <p:sldId id="257" r:id="rId3"/>
    <p:sldId id="259" r:id="rId4"/>
    <p:sldId id="277" r:id="rId5"/>
    <p:sldId id="258" r:id="rId6"/>
    <p:sldId id="261" r:id="rId7"/>
    <p:sldId id="262" r:id="rId8"/>
    <p:sldId id="263" r:id="rId9"/>
    <p:sldId id="267" r:id="rId10"/>
    <p:sldId id="273" r:id="rId11"/>
    <p:sldId id="260" r:id="rId12"/>
    <p:sldId id="264" r:id="rId13"/>
    <p:sldId id="265" r:id="rId14"/>
    <p:sldId id="266" r:id="rId15"/>
    <p:sldId id="268" r:id="rId16"/>
    <p:sldId id="272" r:id="rId17"/>
    <p:sldId id="274" r:id="rId18"/>
    <p:sldId id="275" r:id="rId19"/>
    <p:sldId id="276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56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346EB1-9D1B-479B-B5C6-83CFB2477B75}" type="doc">
      <dgm:prSet loTypeId="urn:microsoft.com/office/officeart/2005/8/layout/matrix1" loCatId="matrix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2B2303C-A0D7-43C3-BF6C-0FD0350916CA}">
      <dgm:prSet phldrT="[Text]" custT="1"/>
      <dgm:spPr/>
      <dgm:t>
        <a:bodyPr/>
        <a:lstStyle/>
        <a:p>
          <a:pPr algn="ctr"/>
          <a:r>
            <a:rPr lang="en-US" sz="2400" b="1" dirty="0" smtClean="0"/>
            <a:t>Thematic / Taxonomy</a:t>
          </a:r>
        </a:p>
        <a:p>
          <a:pPr algn="ctr"/>
          <a:endParaRPr lang="en-US" sz="2000" dirty="0" smtClean="0"/>
        </a:p>
        <a:p>
          <a:pPr algn="l"/>
          <a:r>
            <a:rPr lang="en-US" sz="2000" dirty="0" smtClean="0"/>
            <a:t>Organize methods and concepts into categories.</a:t>
          </a:r>
        </a:p>
        <a:p>
          <a:pPr algn="l"/>
          <a:r>
            <a:rPr lang="en-US" sz="2000" dirty="0" smtClean="0"/>
            <a:t>Typical Structure: Taxonomy</a:t>
          </a:r>
          <a:endParaRPr lang="en-US" sz="2000" dirty="0"/>
        </a:p>
      </dgm:t>
    </dgm:pt>
    <dgm:pt modelId="{BBCADE02-2BA7-4C0C-A90E-27492E9A86AA}" type="parTrans" cxnId="{7AF0BDA5-708F-44FB-85B8-3F3E16D76ECE}">
      <dgm:prSet/>
      <dgm:spPr/>
      <dgm:t>
        <a:bodyPr/>
        <a:lstStyle/>
        <a:p>
          <a:endParaRPr lang="en-US" sz="2000"/>
        </a:p>
      </dgm:t>
    </dgm:pt>
    <dgm:pt modelId="{32E69F0D-DB8A-43D4-9560-326C47819825}" type="sibTrans" cxnId="{7AF0BDA5-708F-44FB-85B8-3F3E16D76ECE}">
      <dgm:prSet/>
      <dgm:spPr/>
      <dgm:t>
        <a:bodyPr/>
        <a:lstStyle/>
        <a:p>
          <a:endParaRPr lang="en-US" sz="2000"/>
        </a:p>
      </dgm:t>
    </dgm:pt>
    <dgm:pt modelId="{08D4D7A9-6984-4911-B855-668D1645CD2F}">
      <dgm:prSet phldrT="[Text]" custT="1"/>
      <dgm:spPr/>
      <dgm:t>
        <a:bodyPr/>
        <a:lstStyle/>
        <a:p>
          <a:pPr algn="ctr"/>
          <a:r>
            <a:rPr lang="en-US" sz="2400" b="1" dirty="0" smtClean="0"/>
            <a:t>Evaluative / Benchmark</a:t>
          </a:r>
        </a:p>
        <a:p>
          <a:pPr algn="ctr"/>
          <a:endParaRPr lang="en-US" sz="2000" dirty="0" smtClean="0"/>
        </a:p>
        <a:p>
          <a:pPr algn="l"/>
          <a:r>
            <a:rPr lang="en-US" sz="2000" dirty="0" smtClean="0"/>
            <a:t>Compare performance, criteria, and trade-offs.</a:t>
          </a:r>
        </a:p>
        <a:p>
          <a:pPr algn="l"/>
          <a:r>
            <a:rPr lang="en-US" sz="2000" dirty="0" smtClean="0"/>
            <a:t>Typical Structure: Comparison</a:t>
          </a:r>
          <a:endParaRPr lang="en-US" sz="2000" dirty="0"/>
        </a:p>
      </dgm:t>
    </dgm:pt>
    <dgm:pt modelId="{B7733993-A216-4EF1-AB8A-506A43395510}" type="parTrans" cxnId="{3DEEF4A1-FA19-4644-BA93-4233A7E9E854}">
      <dgm:prSet/>
      <dgm:spPr/>
      <dgm:t>
        <a:bodyPr/>
        <a:lstStyle/>
        <a:p>
          <a:endParaRPr lang="en-US" sz="2000"/>
        </a:p>
      </dgm:t>
    </dgm:pt>
    <dgm:pt modelId="{2840D265-7742-4482-AC1C-756FB4089248}" type="sibTrans" cxnId="{3DEEF4A1-FA19-4644-BA93-4233A7E9E854}">
      <dgm:prSet/>
      <dgm:spPr/>
      <dgm:t>
        <a:bodyPr/>
        <a:lstStyle/>
        <a:p>
          <a:endParaRPr lang="en-US" sz="2000"/>
        </a:p>
      </dgm:t>
    </dgm:pt>
    <dgm:pt modelId="{E362AD75-285F-4A5B-B66B-CDB99BFEB712}">
      <dgm:prSet phldrT="[Text]" custT="1"/>
      <dgm:spPr/>
      <dgm:t>
        <a:bodyPr/>
        <a:lstStyle/>
        <a:p>
          <a:pPr algn="ctr"/>
          <a:r>
            <a:rPr lang="en-US" sz="2400" b="1" dirty="0" smtClean="0"/>
            <a:t>Application-oriented</a:t>
          </a:r>
        </a:p>
        <a:p>
          <a:pPr algn="l"/>
          <a:endParaRPr lang="en-US" sz="2000" dirty="0" smtClean="0"/>
        </a:p>
        <a:p>
          <a:pPr algn="l"/>
          <a:r>
            <a:rPr lang="en-US" sz="2000" dirty="0" smtClean="0"/>
            <a:t>Examine effectiveness in a specific domain.</a:t>
          </a:r>
        </a:p>
        <a:p>
          <a:pPr algn="l"/>
          <a:r>
            <a:rPr lang="en-US" sz="2000" dirty="0" smtClean="0"/>
            <a:t>Typical Structure: Pipeline</a:t>
          </a:r>
          <a:endParaRPr lang="en-US" sz="2000" dirty="0">
            <a:solidFill>
              <a:schemeClr val="tx1"/>
            </a:solidFill>
          </a:endParaRPr>
        </a:p>
      </dgm:t>
    </dgm:pt>
    <dgm:pt modelId="{9BB6E64C-8B0D-495D-969D-55090A35EBA8}" type="parTrans" cxnId="{682FFCAA-3AC1-4E21-A40C-4092D7E7A463}">
      <dgm:prSet/>
      <dgm:spPr/>
      <dgm:t>
        <a:bodyPr/>
        <a:lstStyle/>
        <a:p>
          <a:endParaRPr lang="en-US" sz="2000"/>
        </a:p>
      </dgm:t>
    </dgm:pt>
    <dgm:pt modelId="{D0F9D06E-4BC2-4857-8377-BC9F378F925D}" type="sibTrans" cxnId="{682FFCAA-3AC1-4E21-A40C-4092D7E7A463}">
      <dgm:prSet/>
      <dgm:spPr/>
      <dgm:t>
        <a:bodyPr/>
        <a:lstStyle/>
        <a:p>
          <a:endParaRPr lang="en-US" sz="2000"/>
        </a:p>
      </dgm:t>
    </dgm:pt>
    <dgm:pt modelId="{987B78D8-684C-4C46-A0EE-82A7CA43A8ED}">
      <dgm:prSet phldrT="[Text]" custT="1"/>
      <dgm:spPr/>
      <dgm:t>
        <a:bodyPr/>
        <a:lstStyle/>
        <a:p>
          <a:pPr algn="ctr"/>
          <a:r>
            <a:rPr lang="en-US" sz="2400" b="1" dirty="0" smtClean="0"/>
            <a:t>Evolutionary</a:t>
          </a:r>
        </a:p>
        <a:p>
          <a:pPr algn="ctr"/>
          <a:endParaRPr lang="en-US" sz="2000" dirty="0" smtClean="0"/>
        </a:p>
        <a:p>
          <a:pPr algn="l"/>
          <a:r>
            <a:rPr lang="en-US" sz="2000" dirty="0" smtClean="0"/>
            <a:t>Trace milestones, trends, and paradigm shifts.</a:t>
          </a:r>
        </a:p>
        <a:p>
          <a:pPr algn="l"/>
          <a:r>
            <a:rPr lang="en-US" sz="2000" dirty="0" smtClean="0"/>
            <a:t>Typical Structure: Timeline</a:t>
          </a:r>
          <a:endParaRPr lang="en-US" sz="2000" dirty="0"/>
        </a:p>
      </dgm:t>
    </dgm:pt>
    <dgm:pt modelId="{C671CBA6-E03B-4D7B-ABD9-3FD7BABF0BCF}" type="parTrans" cxnId="{CA07E0BF-26FA-41FA-ACA8-FD9448B7590E}">
      <dgm:prSet/>
      <dgm:spPr/>
      <dgm:t>
        <a:bodyPr/>
        <a:lstStyle/>
        <a:p>
          <a:endParaRPr lang="en-US" sz="2000"/>
        </a:p>
      </dgm:t>
    </dgm:pt>
    <dgm:pt modelId="{0EE0D4DF-4192-4D82-86E8-21E4CFFF6E7F}" type="sibTrans" cxnId="{CA07E0BF-26FA-41FA-ACA8-FD9448B7590E}">
      <dgm:prSet/>
      <dgm:spPr/>
      <dgm:t>
        <a:bodyPr/>
        <a:lstStyle/>
        <a:p>
          <a:endParaRPr lang="en-US" sz="2000"/>
        </a:p>
      </dgm:t>
    </dgm:pt>
    <dgm:pt modelId="{04F54945-67E4-4613-8785-F79A207F41EC}">
      <dgm:prSet phldrT="[Text]" custT="1"/>
      <dgm:spPr/>
      <dgm:t>
        <a:bodyPr/>
        <a:lstStyle/>
        <a:p>
          <a:r>
            <a:rPr lang="en-US" sz="2800" b="1" dirty="0" smtClean="0"/>
            <a:t>Types of Survey Papers</a:t>
          </a:r>
          <a:endParaRPr lang="en-US" sz="2800" b="1" dirty="0"/>
        </a:p>
      </dgm:t>
    </dgm:pt>
    <dgm:pt modelId="{F2C1B38E-1CA6-448B-98CB-AAA62A1CD306}" type="sibTrans" cxnId="{CD873590-A387-408D-9FC3-182A8C95758A}">
      <dgm:prSet/>
      <dgm:spPr/>
      <dgm:t>
        <a:bodyPr/>
        <a:lstStyle/>
        <a:p>
          <a:endParaRPr lang="en-US" sz="2000"/>
        </a:p>
      </dgm:t>
    </dgm:pt>
    <dgm:pt modelId="{32CBCC28-802F-4B89-8B3E-926EA02ABC0B}" type="parTrans" cxnId="{CD873590-A387-408D-9FC3-182A8C95758A}">
      <dgm:prSet/>
      <dgm:spPr/>
      <dgm:t>
        <a:bodyPr/>
        <a:lstStyle/>
        <a:p>
          <a:endParaRPr lang="en-US" sz="2000"/>
        </a:p>
      </dgm:t>
    </dgm:pt>
    <dgm:pt modelId="{9DF4F709-1B5A-4ED2-B055-6D03BDD10FC5}" type="pres">
      <dgm:prSet presAssocID="{37346EB1-9D1B-479B-B5C6-83CFB2477B75}" presName="diagram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44C854A-6F4B-43D3-A949-1BDEBEFE116A}" type="pres">
      <dgm:prSet presAssocID="{37346EB1-9D1B-479B-B5C6-83CFB2477B75}" presName="matrix" presStyleCnt="0"/>
      <dgm:spPr/>
    </dgm:pt>
    <dgm:pt modelId="{47A7D99E-6D26-4BB5-88FA-3A58C0D5FB64}" type="pres">
      <dgm:prSet presAssocID="{37346EB1-9D1B-479B-B5C6-83CFB2477B75}" presName="tile1" presStyleLbl="node1" presStyleIdx="0" presStyleCnt="4"/>
      <dgm:spPr/>
      <dgm:t>
        <a:bodyPr/>
        <a:lstStyle/>
        <a:p>
          <a:endParaRPr lang="en-US"/>
        </a:p>
      </dgm:t>
    </dgm:pt>
    <dgm:pt modelId="{66E1435D-A498-4071-BC6B-05EDCA9AA07F}" type="pres">
      <dgm:prSet presAssocID="{37346EB1-9D1B-479B-B5C6-83CFB2477B75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4FFE18F-D677-4CD1-811F-E88B6CBEF390}" type="pres">
      <dgm:prSet presAssocID="{37346EB1-9D1B-479B-B5C6-83CFB2477B75}" presName="tile2" presStyleLbl="node1" presStyleIdx="1" presStyleCnt="4"/>
      <dgm:spPr/>
      <dgm:t>
        <a:bodyPr/>
        <a:lstStyle/>
        <a:p>
          <a:endParaRPr lang="en-US"/>
        </a:p>
      </dgm:t>
    </dgm:pt>
    <dgm:pt modelId="{3456EC3E-F827-4C7D-A524-54761D3B7DBE}" type="pres">
      <dgm:prSet presAssocID="{37346EB1-9D1B-479B-B5C6-83CFB2477B75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2427F34-D81B-4D18-8F82-FC5217B79284}" type="pres">
      <dgm:prSet presAssocID="{37346EB1-9D1B-479B-B5C6-83CFB2477B75}" presName="tile3" presStyleLbl="node1" presStyleIdx="2" presStyleCnt="4"/>
      <dgm:spPr/>
      <dgm:t>
        <a:bodyPr/>
        <a:lstStyle/>
        <a:p>
          <a:endParaRPr lang="en-US"/>
        </a:p>
      </dgm:t>
    </dgm:pt>
    <dgm:pt modelId="{D2D92675-6CD3-4922-B199-892484CE5F65}" type="pres">
      <dgm:prSet presAssocID="{37346EB1-9D1B-479B-B5C6-83CFB2477B75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8ACDEE7-09F2-4079-A71E-4F1A75C8967F}" type="pres">
      <dgm:prSet presAssocID="{37346EB1-9D1B-479B-B5C6-83CFB2477B75}" presName="tile4" presStyleLbl="node1" presStyleIdx="3" presStyleCnt="4"/>
      <dgm:spPr/>
      <dgm:t>
        <a:bodyPr/>
        <a:lstStyle/>
        <a:p>
          <a:endParaRPr lang="en-US"/>
        </a:p>
      </dgm:t>
    </dgm:pt>
    <dgm:pt modelId="{9B401FAF-D0DD-4ED9-A9D4-0CCEE23E744B}" type="pres">
      <dgm:prSet presAssocID="{37346EB1-9D1B-479B-B5C6-83CFB2477B75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B349DD-26C4-4C4F-8A09-B2C47A389685}" type="pres">
      <dgm:prSet presAssocID="{37346EB1-9D1B-479B-B5C6-83CFB2477B75}" presName="centerTile" presStyleLbl="fgShp" presStyleIdx="0" presStyleCnt="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D7212303-4910-421A-A065-30089078B270}" type="presOf" srcId="{37346EB1-9D1B-479B-B5C6-83CFB2477B75}" destId="{9DF4F709-1B5A-4ED2-B055-6D03BDD10FC5}" srcOrd="0" destOrd="0" presId="urn:microsoft.com/office/officeart/2005/8/layout/matrix1"/>
    <dgm:cxn modelId="{2DC23F79-C545-4E43-967C-D86371C06800}" type="presOf" srcId="{08D4D7A9-6984-4911-B855-668D1645CD2F}" destId="{3456EC3E-F827-4C7D-A524-54761D3B7DBE}" srcOrd="1" destOrd="0" presId="urn:microsoft.com/office/officeart/2005/8/layout/matrix1"/>
    <dgm:cxn modelId="{70D3C568-133E-4DC5-B5C7-9EE99C18A0C5}" type="presOf" srcId="{92B2303C-A0D7-43C3-BF6C-0FD0350916CA}" destId="{47A7D99E-6D26-4BB5-88FA-3A58C0D5FB64}" srcOrd="0" destOrd="0" presId="urn:microsoft.com/office/officeart/2005/8/layout/matrix1"/>
    <dgm:cxn modelId="{CA07E0BF-26FA-41FA-ACA8-FD9448B7590E}" srcId="{04F54945-67E4-4613-8785-F79A207F41EC}" destId="{987B78D8-684C-4C46-A0EE-82A7CA43A8ED}" srcOrd="3" destOrd="0" parTransId="{C671CBA6-E03B-4D7B-ABD9-3FD7BABF0BCF}" sibTransId="{0EE0D4DF-4192-4D82-86E8-21E4CFFF6E7F}"/>
    <dgm:cxn modelId="{45BAD262-A456-4D12-8924-5EBD44B79DC7}" type="presOf" srcId="{04F54945-67E4-4613-8785-F79A207F41EC}" destId="{A1B349DD-26C4-4C4F-8A09-B2C47A389685}" srcOrd="0" destOrd="0" presId="urn:microsoft.com/office/officeart/2005/8/layout/matrix1"/>
    <dgm:cxn modelId="{6E9330C5-0194-49CF-B600-D3475BEA76DA}" type="presOf" srcId="{92B2303C-A0D7-43C3-BF6C-0FD0350916CA}" destId="{66E1435D-A498-4071-BC6B-05EDCA9AA07F}" srcOrd="1" destOrd="0" presId="urn:microsoft.com/office/officeart/2005/8/layout/matrix1"/>
    <dgm:cxn modelId="{3DEEF4A1-FA19-4644-BA93-4233A7E9E854}" srcId="{04F54945-67E4-4613-8785-F79A207F41EC}" destId="{08D4D7A9-6984-4911-B855-668D1645CD2F}" srcOrd="1" destOrd="0" parTransId="{B7733993-A216-4EF1-AB8A-506A43395510}" sibTransId="{2840D265-7742-4482-AC1C-756FB4089248}"/>
    <dgm:cxn modelId="{7204A04D-71D1-46C5-B01E-C84DF55DDAC9}" type="presOf" srcId="{E362AD75-285F-4A5B-B66B-CDB99BFEB712}" destId="{D2D92675-6CD3-4922-B199-892484CE5F65}" srcOrd="1" destOrd="0" presId="urn:microsoft.com/office/officeart/2005/8/layout/matrix1"/>
    <dgm:cxn modelId="{CD873590-A387-408D-9FC3-182A8C95758A}" srcId="{37346EB1-9D1B-479B-B5C6-83CFB2477B75}" destId="{04F54945-67E4-4613-8785-F79A207F41EC}" srcOrd="0" destOrd="0" parTransId="{32CBCC28-802F-4B89-8B3E-926EA02ABC0B}" sibTransId="{F2C1B38E-1CA6-448B-98CB-AAA62A1CD306}"/>
    <dgm:cxn modelId="{682FFCAA-3AC1-4E21-A40C-4092D7E7A463}" srcId="{04F54945-67E4-4613-8785-F79A207F41EC}" destId="{E362AD75-285F-4A5B-B66B-CDB99BFEB712}" srcOrd="2" destOrd="0" parTransId="{9BB6E64C-8B0D-495D-969D-55090A35EBA8}" sibTransId="{D0F9D06E-4BC2-4857-8377-BC9F378F925D}"/>
    <dgm:cxn modelId="{8DE5E00A-C4F1-4C4D-87BC-5B8143AA16A9}" type="presOf" srcId="{08D4D7A9-6984-4911-B855-668D1645CD2F}" destId="{C4FFE18F-D677-4CD1-811F-E88B6CBEF390}" srcOrd="0" destOrd="0" presId="urn:microsoft.com/office/officeart/2005/8/layout/matrix1"/>
    <dgm:cxn modelId="{11B828C7-F1AC-47E5-8719-FEA4E5BB115E}" type="presOf" srcId="{E362AD75-285F-4A5B-B66B-CDB99BFEB712}" destId="{B2427F34-D81B-4D18-8F82-FC5217B79284}" srcOrd="0" destOrd="0" presId="urn:microsoft.com/office/officeart/2005/8/layout/matrix1"/>
    <dgm:cxn modelId="{C2B820A0-854A-47E3-A87E-B8F6E7E73A6B}" type="presOf" srcId="{987B78D8-684C-4C46-A0EE-82A7CA43A8ED}" destId="{9B401FAF-D0DD-4ED9-A9D4-0CCEE23E744B}" srcOrd="1" destOrd="0" presId="urn:microsoft.com/office/officeart/2005/8/layout/matrix1"/>
    <dgm:cxn modelId="{6C267882-5848-4E8B-A93B-43F3E670DFDE}" type="presOf" srcId="{987B78D8-684C-4C46-A0EE-82A7CA43A8ED}" destId="{F8ACDEE7-09F2-4079-A71E-4F1A75C8967F}" srcOrd="0" destOrd="0" presId="urn:microsoft.com/office/officeart/2005/8/layout/matrix1"/>
    <dgm:cxn modelId="{7AF0BDA5-708F-44FB-85B8-3F3E16D76ECE}" srcId="{04F54945-67E4-4613-8785-F79A207F41EC}" destId="{92B2303C-A0D7-43C3-BF6C-0FD0350916CA}" srcOrd="0" destOrd="0" parTransId="{BBCADE02-2BA7-4C0C-A90E-27492E9A86AA}" sibTransId="{32E69F0D-DB8A-43D4-9560-326C47819825}"/>
    <dgm:cxn modelId="{A13A08ED-3093-49BF-B339-A7AE4EC1F05A}" type="presParOf" srcId="{9DF4F709-1B5A-4ED2-B055-6D03BDD10FC5}" destId="{444C854A-6F4B-43D3-A949-1BDEBEFE116A}" srcOrd="0" destOrd="0" presId="urn:microsoft.com/office/officeart/2005/8/layout/matrix1"/>
    <dgm:cxn modelId="{FACEE7BD-7125-4335-A1BB-B9165A964E26}" type="presParOf" srcId="{444C854A-6F4B-43D3-A949-1BDEBEFE116A}" destId="{47A7D99E-6D26-4BB5-88FA-3A58C0D5FB64}" srcOrd="0" destOrd="0" presId="urn:microsoft.com/office/officeart/2005/8/layout/matrix1"/>
    <dgm:cxn modelId="{3CD5E8D0-6421-4B87-9781-2AC2F8009AE4}" type="presParOf" srcId="{444C854A-6F4B-43D3-A949-1BDEBEFE116A}" destId="{66E1435D-A498-4071-BC6B-05EDCA9AA07F}" srcOrd="1" destOrd="0" presId="urn:microsoft.com/office/officeart/2005/8/layout/matrix1"/>
    <dgm:cxn modelId="{D0A2DDBD-CF5C-4E9E-8A60-53362EAAE09A}" type="presParOf" srcId="{444C854A-6F4B-43D3-A949-1BDEBEFE116A}" destId="{C4FFE18F-D677-4CD1-811F-E88B6CBEF390}" srcOrd="2" destOrd="0" presId="urn:microsoft.com/office/officeart/2005/8/layout/matrix1"/>
    <dgm:cxn modelId="{D6B7A9B3-8B5B-4222-8AB2-C6D594C90E1A}" type="presParOf" srcId="{444C854A-6F4B-43D3-A949-1BDEBEFE116A}" destId="{3456EC3E-F827-4C7D-A524-54761D3B7DBE}" srcOrd="3" destOrd="0" presId="urn:microsoft.com/office/officeart/2005/8/layout/matrix1"/>
    <dgm:cxn modelId="{5370BA3A-FFA9-467C-878A-E0084A9252F7}" type="presParOf" srcId="{444C854A-6F4B-43D3-A949-1BDEBEFE116A}" destId="{B2427F34-D81B-4D18-8F82-FC5217B79284}" srcOrd="4" destOrd="0" presId="urn:microsoft.com/office/officeart/2005/8/layout/matrix1"/>
    <dgm:cxn modelId="{2ACA1EDC-DA9E-4EF1-BA05-B67CD3BA5F0B}" type="presParOf" srcId="{444C854A-6F4B-43D3-A949-1BDEBEFE116A}" destId="{D2D92675-6CD3-4922-B199-892484CE5F65}" srcOrd="5" destOrd="0" presId="urn:microsoft.com/office/officeart/2005/8/layout/matrix1"/>
    <dgm:cxn modelId="{2B3492CE-BE1B-44A9-9EC5-88AC9D7757DB}" type="presParOf" srcId="{444C854A-6F4B-43D3-A949-1BDEBEFE116A}" destId="{F8ACDEE7-09F2-4079-A71E-4F1A75C8967F}" srcOrd="6" destOrd="0" presId="urn:microsoft.com/office/officeart/2005/8/layout/matrix1"/>
    <dgm:cxn modelId="{2D931B88-75D5-4CDA-A0D0-BBE8DE4AEAF4}" type="presParOf" srcId="{444C854A-6F4B-43D3-A949-1BDEBEFE116A}" destId="{9B401FAF-D0DD-4ED9-A9D4-0CCEE23E744B}" srcOrd="7" destOrd="0" presId="urn:microsoft.com/office/officeart/2005/8/layout/matrix1"/>
    <dgm:cxn modelId="{C645482F-A4DC-4857-9D98-085D3317620E}" type="presParOf" srcId="{9DF4F709-1B5A-4ED2-B055-6D03BDD10FC5}" destId="{A1B349DD-26C4-4C4F-8A09-B2C47A389685}" srcOrd="1" destOrd="0" presId="urn:microsoft.com/office/officeart/2005/8/layout/matrix1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4C0120-9275-4DBF-A34C-AD608033F6B8}" type="doc">
      <dgm:prSet loTypeId="urn:microsoft.com/office/officeart/2005/8/layout/pyramid3" loCatId="pyramid" qsTypeId="urn:microsoft.com/office/officeart/2005/8/quickstyle/simple3" qsCatId="simple" csTypeId="urn:microsoft.com/office/officeart/2005/8/colors/colorful1" csCatId="colorful" phldr="1"/>
      <dgm:spPr/>
    </dgm:pt>
    <dgm:pt modelId="{A7907847-FDDC-4863-A2AD-663CFDA5636A}">
      <dgm:prSet phldrT="[Text]" custT="1"/>
      <dgm:spPr/>
      <dgm:t>
        <a:bodyPr/>
        <a:lstStyle/>
        <a:p>
          <a:r>
            <a:rPr lang="en-IN" sz="3200" dirty="0" smtClean="0"/>
            <a:t>IDENTIFICATION</a:t>
          </a:r>
          <a:endParaRPr lang="en-US" sz="3200" dirty="0"/>
        </a:p>
      </dgm:t>
    </dgm:pt>
    <dgm:pt modelId="{8E0C063B-3697-43CA-A998-48BB4690A5F0}" type="parTrans" cxnId="{16590AB7-27AF-45FC-81BB-4ED3BA2CBAB9}">
      <dgm:prSet/>
      <dgm:spPr/>
      <dgm:t>
        <a:bodyPr/>
        <a:lstStyle/>
        <a:p>
          <a:endParaRPr lang="en-US"/>
        </a:p>
      </dgm:t>
    </dgm:pt>
    <dgm:pt modelId="{E2ED9B77-0FAB-4BDB-A74A-D0DB18BFF5B1}" type="sibTrans" cxnId="{16590AB7-27AF-45FC-81BB-4ED3BA2CBAB9}">
      <dgm:prSet/>
      <dgm:spPr/>
      <dgm:t>
        <a:bodyPr/>
        <a:lstStyle/>
        <a:p>
          <a:endParaRPr lang="en-US"/>
        </a:p>
      </dgm:t>
    </dgm:pt>
    <dgm:pt modelId="{AE715D4D-E940-4CD3-87DD-64BCC549D89F}">
      <dgm:prSet phldrT="[Text]" custT="1"/>
      <dgm:spPr/>
      <dgm:t>
        <a:bodyPr/>
        <a:lstStyle/>
        <a:p>
          <a:r>
            <a:rPr lang="en-IN" sz="3200" dirty="0" smtClean="0"/>
            <a:t>SCREENING</a:t>
          </a:r>
          <a:endParaRPr lang="en-US" sz="3200" dirty="0"/>
        </a:p>
      </dgm:t>
    </dgm:pt>
    <dgm:pt modelId="{8F486A8F-4AC3-4982-91A1-6B897C647EF2}" type="parTrans" cxnId="{161B61FF-4507-4194-A730-589E7519694A}">
      <dgm:prSet/>
      <dgm:spPr/>
      <dgm:t>
        <a:bodyPr/>
        <a:lstStyle/>
        <a:p>
          <a:endParaRPr lang="en-US"/>
        </a:p>
      </dgm:t>
    </dgm:pt>
    <dgm:pt modelId="{9A815950-4F74-4612-B572-2A956C2B0995}" type="sibTrans" cxnId="{161B61FF-4507-4194-A730-589E7519694A}">
      <dgm:prSet/>
      <dgm:spPr/>
      <dgm:t>
        <a:bodyPr/>
        <a:lstStyle/>
        <a:p>
          <a:endParaRPr lang="en-US"/>
        </a:p>
      </dgm:t>
    </dgm:pt>
    <dgm:pt modelId="{64445300-A6FF-46C2-B51E-0C57152E2EE1}">
      <dgm:prSet phldrT="[Text]"/>
      <dgm:spPr/>
      <dgm:t>
        <a:bodyPr anchor="ctr"/>
        <a:lstStyle/>
        <a:p>
          <a:r>
            <a:rPr lang="en-US" b="1" dirty="0" smtClean="0"/>
            <a:t>Records screened </a:t>
          </a:r>
          <a:r>
            <a:rPr lang="en-US" dirty="0" smtClean="0"/>
            <a:t>(n=1,200)</a:t>
          </a:r>
          <a:endParaRPr lang="en-US" dirty="0"/>
        </a:p>
      </dgm:t>
    </dgm:pt>
    <dgm:pt modelId="{7FD15213-E6C7-4E5D-9C9B-AFF23D50A8CD}" type="parTrans" cxnId="{A47BB8C4-BABC-4B04-AEFC-D744247F0DA7}">
      <dgm:prSet/>
      <dgm:spPr/>
      <dgm:t>
        <a:bodyPr/>
        <a:lstStyle/>
        <a:p>
          <a:endParaRPr lang="en-US"/>
        </a:p>
      </dgm:t>
    </dgm:pt>
    <dgm:pt modelId="{468A2442-C097-4897-8656-52713B0FAE67}" type="sibTrans" cxnId="{A47BB8C4-BABC-4B04-AEFC-D744247F0DA7}">
      <dgm:prSet/>
      <dgm:spPr/>
      <dgm:t>
        <a:bodyPr/>
        <a:lstStyle/>
        <a:p>
          <a:endParaRPr lang="en-US"/>
        </a:p>
      </dgm:t>
    </dgm:pt>
    <dgm:pt modelId="{F26128E6-FF58-4555-A284-62FCA5DA1BFB}">
      <dgm:prSet phldrT="[Text]" custT="1"/>
      <dgm:spPr/>
      <dgm:t>
        <a:bodyPr/>
        <a:lstStyle/>
        <a:p>
          <a:r>
            <a:rPr lang="en-IN" sz="3200" dirty="0" smtClean="0"/>
            <a:t>INCLUDED</a:t>
          </a:r>
          <a:endParaRPr lang="en-US" sz="3200" dirty="0"/>
        </a:p>
      </dgm:t>
    </dgm:pt>
    <dgm:pt modelId="{46D6700E-D951-4491-AB8B-865B25EB4536}" type="parTrans" cxnId="{E3B1EAC3-1831-49C9-A25A-C2705C823D49}">
      <dgm:prSet/>
      <dgm:spPr/>
      <dgm:t>
        <a:bodyPr/>
        <a:lstStyle/>
        <a:p>
          <a:endParaRPr lang="en-US"/>
        </a:p>
      </dgm:t>
    </dgm:pt>
    <dgm:pt modelId="{C68FB403-FC05-4A1F-8CF3-84915ACD2542}" type="sibTrans" cxnId="{E3B1EAC3-1831-49C9-A25A-C2705C823D49}">
      <dgm:prSet/>
      <dgm:spPr/>
      <dgm:t>
        <a:bodyPr/>
        <a:lstStyle/>
        <a:p>
          <a:endParaRPr lang="en-US"/>
        </a:p>
      </dgm:t>
    </dgm:pt>
    <dgm:pt modelId="{06EB1FD1-936C-43C9-B098-730FC68CB043}">
      <dgm:prSet phldrT="[Text]"/>
      <dgm:spPr/>
      <dgm:t>
        <a:bodyPr anchor="ctr"/>
        <a:lstStyle/>
        <a:p>
          <a:r>
            <a:rPr lang="en-US" b="1" dirty="0" smtClean="0"/>
            <a:t>Records identified from databases</a:t>
          </a:r>
          <a:r>
            <a:rPr lang="en-US" dirty="0" smtClean="0"/>
            <a:t> (n=1,500)</a:t>
          </a:r>
          <a:endParaRPr lang="en-US" dirty="0"/>
        </a:p>
      </dgm:t>
    </dgm:pt>
    <dgm:pt modelId="{498017D9-19FF-4E81-A59C-FE8A096013E9}" type="parTrans" cxnId="{D2E3DCC6-6D74-4FB4-A949-68F5F9BC9C87}">
      <dgm:prSet/>
      <dgm:spPr/>
      <dgm:t>
        <a:bodyPr/>
        <a:lstStyle/>
        <a:p>
          <a:endParaRPr lang="en-US"/>
        </a:p>
      </dgm:t>
    </dgm:pt>
    <dgm:pt modelId="{FC8C4B5F-5317-421E-AEA4-F9B83FCCB94F}" type="sibTrans" cxnId="{D2E3DCC6-6D74-4FB4-A949-68F5F9BC9C87}">
      <dgm:prSet/>
      <dgm:spPr/>
      <dgm:t>
        <a:bodyPr/>
        <a:lstStyle/>
        <a:p>
          <a:endParaRPr lang="en-US"/>
        </a:p>
      </dgm:t>
    </dgm:pt>
    <dgm:pt modelId="{2D56D843-A74B-4587-9523-865C801CCFE6}">
      <dgm:prSet phldrT="[Text]"/>
      <dgm:spPr/>
      <dgm:t>
        <a:bodyPr anchor="ctr"/>
        <a:lstStyle/>
        <a:p>
          <a:r>
            <a:rPr lang="en-US" b="1" dirty="0" smtClean="0"/>
            <a:t>Reports sought for retrieval </a:t>
          </a:r>
          <a:r>
            <a:rPr lang="en-US" dirty="0" smtClean="0"/>
            <a:t>(n=300)</a:t>
          </a:r>
          <a:endParaRPr lang="en-US" dirty="0"/>
        </a:p>
      </dgm:t>
    </dgm:pt>
    <dgm:pt modelId="{780C71A9-3F79-4EF4-8AE4-52D44E05F171}" type="parTrans" cxnId="{AFDC4E63-CBB5-40AA-ABDC-EA95A4EB1E4E}">
      <dgm:prSet/>
      <dgm:spPr/>
      <dgm:t>
        <a:bodyPr/>
        <a:lstStyle/>
        <a:p>
          <a:endParaRPr lang="en-US"/>
        </a:p>
      </dgm:t>
    </dgm:pt>
    <dgm:pt modelId="{B1E2CA9E-7C63-4F8C-BF71-619E2EC002C5}" type="sibTrans" cxnId="{AFDC4E63-CBB5-40AA-ABDC-EA95A4EB1E4E}">
      <dgm:prSet/>
      <dgm:spPr/>
      <dgm:t>
        <a:bodyPr/>
        <a:lstStyle/>
        <a:p>
          <a:endParaRPr lang="en-US"/>
        </a:p>
      </dgm:t>
    </dgm:pt>
    <dgm:pt modelId="{ABC4895A-0DAC-4984-A7B4-C7ADEF2F8234}">
      <dgm:prSet phldrT="[Text]"/>
      <dgm:spPr/>
      <dgm:t>
        <a:bodyPr anchor="ctr"/>
        <a:lstStyle/>
        <a:p>
          <a:r>
            <a:rPr lang="en-US" b="1" dirty="0" smtClean="0"/>
            <a:t>Reports assessed for eligibility </a:t>
          </a:r>
          <a:r>
            <a:rPr lang="en-US" dirty="0" smtClean="0"/>
            <a:t>(n=300)</a:t>
          </a:r>
          <a:endParaRPr lang="en-US" dirty="0"/>
        </a:p>
      </dgm:t>
    </dgm:pt>
    <dgm:pt modelId="{3DE5AF51-7990-4C00-85B9-91B4426A5E40}" type="parTrans" cxnId="{DE2DA100-804F-4F97-B138-0E7851CCC40D}">
      <dgm:prSet/>
      <dgm:spPr/>
      <dgm:t>
        <a:bodyPr/>
        <a:lstStyle/>
        <a:p>
          <a:endParaRPr lang="en-US"/>
        </a:p>
      </dgm:t>
    </dgm:pt>
    <dgm:pt modelId="{408029BD-F04C-4AC4-B1F9-D75ED9F7E660}" type="sibTrans" cxnId="{DE2DA100-804F-4F97-B138-0E7851CCC40D}">
      <dgm:prSet/>
      <dgm:spPr/>
      <dgm:t>
        <a:bodyPr/>
        <a:lstStyle/>
        <a:p>
          <a:endParaRPr lang="en-US"/>
        </a:p>
      </dgm:t>
    </dgm:pt>
    <dgm:pt modelId="{25189D95-590D-4B4F-B3A6-D2A224E295C1}">
      <dgm:prSet phldrT="[Text]"/>
      <dgm:spPr/>
      <dgm:t>
        <a:bodyPr anchor="ctr"/>
        <a:lstStyle/>
        <a:p>
          <a:r>
            <a:rPr lang="en-US" b="1" dirty="0" smtClean="0"/>
            <a:t>Studies included in review </a:t>
          </a:r>
          <a:r>
            <a:rPr lang="en-US" dirty="0" smtClean="0"/>
            <a:t>(n=50)</a:t>
          </a:r>
          <a:endParaRPr lang="en-US" dirty="0"/>
        </a:p>
      </dgm:t>
    </dgm:pt>
    <dgm:pt modelId="{F6566475-AA5D-4EAD-94CF-FAB98AC9533F}" type="parTrans" cxnId="{2718D216-BA66-4DDC-B284-EC113FD9ABD1}">
      <dgm:prSet/>
      <dgm:spPr/>
      <dgm:t>
        <a:bodyPr/>
        <a:lstStyle/>
        <a:p>
          <a:endParaRPr lang="en-US"/>
        </a:p>
      </dgm:t>
    </dgm:pt>
    <dgm:pt modelId="{D2DA2DC3-BC8A-4D26-9465-FC51F6E817D1}" type="sibTrans" cxnId="{2718D216-BA66-4DDC-B284-EC113FD9ABD1}">
      <dgm:prSet/>
      <dgm:spPr/>
      <dgm:t>
        <a:bodyPr/>
        <a:lstStyle/>
        <a:p>
          <a:endParaRPr lang="en-US"/>
        </a:p>
      </dgm:t>
    </dgm:pt>
    <dgm:pt modelId="{FBB03F75-0EEE-45D4-8AA1-75832688504C}">
      <dgm:prSet phldrT="[Text]"/>
      <dgm:spPr/>
      <dgm:t>
        <a:bodyPr anchor="ctr"/>
        <a:lstStyle/>
        <a:p>
          <a:r>
            <a:rPr lang="en-US" b="1" dirty="0" smtClean="0"/>
            <a:t>Reports of included studies </a:t>
          </a:r>
          <a:r>
            <a:rPr lang="en-US" dirty="0" smtClean="0"/>
            <a:t>(n=50)</a:t>
          </a:r>
          <a:endParaRPr lang="en-US" dirty="0"/>
        </a:p>
      </dgm:t>
    </dgm:pt>
    <dgm:pt modelId="{C9221677-DE49-4F61-952A-2C95C2F4CE36}" type="parTrans" cxnId="{905377D4-9DEF-4D6E-AE19-885FEA419B05}">
      <dgm:prSet/>
      <dgm:spPr/>
      <dgm:t>
        <a:bodyPr/>
        <a:lstStyle/>
        <a:p>
          <a:endParaRPr lang="en-US"/>
        </a:p>
      </dgm:t>
    </dgm:pt>
    <dgm:pt modelId="{328E89C9-79EB-4188-8E6B-3C4DDD849710}" type="sibTrans" cxnId="{905377D4-9DEF-4D6E-AE19-885FEA419B05}">
      <dgm:prSet/>
      <dgm:spPr/>
      <dgm:t>
        <a:bodyPr/>
        <a:lstStyle/>
        <a:p>
          <a:endParaRPr lang="en-US"/>
        </a:p>
      </dgm:t>
    </dgm:pt>
    <dgm:pt modelId="{939FDD60-8F07-4C97-91BD-C0A1F873568F}">
      <dgm:prSet phldrT="[Text]"/>
      <dgm:spPr>
        <a:noFill/>
      </dgm:spPr>
      <dgm:t>
        <a:bodyPr/>
        <a:lstStyle/>
        <a:p>
          <a:endParaRPr lang="en-US" dirty="0"/>
        </a:p>
      </dgm:t>
    </dgm:pt>
    <dgm:pt modelId="{E839CA3B-97DB-46AF-9150-F3B359A04105}" type="parTrans" cxnId="{AC941C48-B438-4077-9F5C-3587E20577C7}">
      <dgm:prSet/>
      <dgm:spPr/>
      <dgm:t>
        <a:bodyPr/>
        <a:lstStyle/>
        <a:p>
          <a:endParaRPr lang="en-US"/>
        </a:p>
      </dgm:t>
    </dgm:pt>
    <dgm:pt modelId="{D169E520-CE08-4A70-8FBA-F54ED0941B2D}" type="sibTrans" cxnId="{AC941C48-B438-4077-9F5C-3587E20577C7}">
      <dgm:prSet/>
      <dgm:spPr/>
      <dgm:t>
        <a:bodyPr/>
        <a:lstStyle/>
        <a:p>
          <a:endParaRPr lang="en-US"/>
        </a:p>
      </dgm:t>
    </dgm:pt>
    <dgm:pt modelId="{C2672581-7A54-4722-9B6C-23071AA2A25A}">
      <dgm:prSet phldrT="[Text]"/>
      <dgm:spPr/>
      <dgm:t>
        <a:bodyPr anchor="ctr"/>
        <a:lstStyle/>
        <a:p>
          <a:r>
            <a:rPr lang="en-US" dirty="0" err="1" smtClean="0"/>
            <a:t>PubMed</a:t>
          </a:r>
          <a:r>
            <a:rPr lang="en-US" dirty="0" smtClean="0"/>
            <a:t> 300; Web of Science 500; Scopus 600;</a:t>
          </a:r>
          <a:r>
            <a:rPr lang="en-US" dirty="0" smtClean="0">
              <a:sym typeface="Wingdings"/>
            </a:rPr>
            <a:t> </a:t>
          </a:r>
          <a:r>
            <a:rPr lang="en-US" dirty="0" smtClean="0"/>
            <a:t>IEEE </a:t>
          </a:r>
          <a:r>
            <a:rPr lang="en-US" dirty="0" err="1" smtClean="0"/>
            <a:t>Xplore</a:t>
          </a:r>
          <a:r>
            <a:rPr lang="en-US" dirty="0" smtClean="0"/>
            <a:t> 100</a:t>
          </a:r>
          <a:endParaRPr lang="en-US" dirty="0"/>
        </a:p>
      </dgm:t>
    </dgm:pt>
    <dgm:pt modelId="{68784A7E-C8DB-4A63-991B-59869E0382A1}" type="parTrans" cxnId="{E20E059C-93CF-4231-A933-8C986B6A3FDD}">
      <dgm:prSet/>
      <dgm:spPr/>
      <dgm:t>
        <a:bodyPr/>
        <a:lstStyle/>
        <a:p>
          <a:endParaRPr lang="en-US"/>
        </a:p>
      </dgm:t>
    </dgm:pt>
    <dgm:pt modelId="{ED8B561D-326C-409F-8C3F-93C17526ED90}" type="sibTrans" cxnId="{E20E059C-93CF-4231-A933-8C986B6A3FDD}">
      <dgm:prSet/>
      <dgm:spPr/>
      <dgm:t>
        <a:bodyPr/>
        <a:lstStyle/>
        <a:p>
          <a:endParaRPr lang="en-US"/>
        </a:p>
      </dgm:t>
    </dgm:pt>
    <dgm:pt modelId="{423AA6A0-4290-4A26-ADF3-E8FF44135044}" type="pres">
      <dgm:prSet presAssocID="{E24C0120-9275-4DBF-A34C-AD608033F6B8}" presName="Name0" presStyleCnt="0">
        <dgm:presLayoutVars>
          <dgm:dir/>
          <dgm:animLvl val="lvl"/>
          <dgm:resizeHandles val="exact"/>
        </dgm:presLayoutVars>
      </dgm:prSet>
      <dgm:spPr/>
    </dgm:pt>
    <dgm:pt modelId="{D175E9C7-BEF3-437F-84BF-ABD95C80B0EF}" type="pres">
      <dgm:prSet presAssocID="{A7907847-FDDC-4863-A2AD-663CFDA5636A}" presName="Name8" presStyleCnt="0"/>
      <dgm:spPr/>
    </dgm:pt>
    <dgm:pt modelId="{A00641CB-13CD-4336-9C03-1FE2C371349E}" type="pres">
      <dgm:prSet presAssocID="{A7907847-FDDC-4863-A2AD-663CFDA5636A}" presName="acctBkgd" presStyleLbl="alignAcc1" presStyleIdx="0" presStyleCnt="3"/>
      <dgm:spPr/>
      <dgm:t>
        <a:bodyPr/>
        <a:lstStyle/>
        <a:p>
          <a:endParaRPr lang="en-US"/>
        </a:p>
      </dgm:t>
    </dgm:pt>
    <dgm:pt modelId="{7C240A53-AB32-4677-9672-BA1CBFA492DF}" type="pres">
      <dgm:prSet presAssocID="{A7907847-FDDC-4863-A2AD-663CFDA5636A}" presName="acctTx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94FA8A-DB25-4234-9EE1-4E256AADC687}" type="pres">
      <dgm:prSet presAssocID="{A7907847-FDDC-4863-A2AD-663CFDA5636A}" presName="level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AD2B6BC-C0A6-4DBA-9736-A8A2569C56D6}" type="pres">
      <dgm:prSet presAssocID="{A7907847-FDDC-4863-A2AD-663CFDA5636A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ED90612-8CAA-4626-B10E-CD0B0DB679CE}" type="pres">
      <dgm:prSet presAssocID="{AE715D4D-E940-4CD3-87DD-64BCC549D89F}" presName="Name8" presStyleCnt="0"/>
      <dgm:spPr/>
    </dgm:pt>
    <dgm:pt modelId="{EA5A8EC4-C2E5-4968-9F7D-5A57BEC8123D}" type="pres">
      <dgm:prSet presAssocID="{AE715D4D-E940-4CD3-87DD-64BCC549D89F}" presName="acctBkgd" presStyleLbl="alignAcc1" presStyleIdx="1" presStyleCnt="3"/>
      <dgm:spPr/>
      <dgm:t>
        <a:bodyPr/>
        <a:lstStyle/>
        <a:p>
          <a:endParaRPr lang="en-US"/>
        </a:p>
      </dgm:t>
    </dgm:pt>
    <dgm:pt modelId="{C948AC08-7BF0-4868-83E7-6C96C2C6A667}" type="pres">
      <dgm:prSet presAssocID="{AE715D4D-E940-4CD3-87DD-64BCC549D89F}" presName="acctTx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92197CE-DFEE-4F29-A796-8DED488D1285}" type="pres">
      <dgm:prSet presAssocID="{AE715D4D-E940-4CD3-87DD-64BCC549D89F}" presName="level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EA497DD-0441-48BD-BB70-2952C7220257}" type="pres">
      <dgm:prSet presAssocID="{AE715D4D-E940-4CD3-87DD-64BCC549D89F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F0A321-230B-4669-A7D1-1924085A5E83}" type="pres">
      <dgm:prSet presAssocID="{F26128E6-FF58-4555-A284-62FCA5DA1BFB}" presName="Name8" presStyleCnt="0"/>
      <dgm:spPr/>
    </dgm:pt>
    <dgm:pt modelId="{1D5E591D-280E-4966-9CE9-252BF7229926}" type="pres">
      <dgm:prSet presAssocID="{F26128E6-FF58-4555-A284-62FCA5DA1BFB}" presName="acctBkgd" presStyleLbl="alignAcc1" presStyleIdx="2" presStyleCnt="3"/>
      <dgm:spPr/>
      <dgm:t>
        <a:bodyPr/>
        <a:lstStyle/>
        <a:p>
          <a:endParaRPr lang="en-US"/>
        </a:p>
      </dgm:t>
    </dgm:pt>
    <dgm:pt modelId="{D4656051-E2BF-4E67-8A24-1DF1F712415D}" type="pres">
      <dgm:prSet presAssocID="{F26128E6-FF58-4555-A284-62FCA5DA1BFB}" presName="acctTx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C7175AC-AC60-4CA0-A50D-018120F33F66}" type="pres">
      <dgm:prSet presAssocID="{F26128E6-FF58-4555-A284-62FCA5DA1BFB}" presName="level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8EA159-B4E6-4D82-9CA3-D7A2CD17DB42}" type="pres">
      <dgm:prSet presAssocID="{F26128E6-FF58-4555-A284-62FCA5DA1BFB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AB38912-4C7D-4DD1-9D02-F6144CBA15C0}" type="pres">
      <dgm:prSet presAssocID="{939FDD60-8F07-4C97-91BD-C0A1F873568F}" presName="Name8" presStyleCnt="0"/>
      <dgm:spPr/>
    </dgm:pt>
    <dgm:pt modelId="{77A97054-DA49-4D31-AF96-FE161D889E1D}" type="pres">
      <dgm:prSet presAssocID="{939FDD60-8F07-4C97-91BD-C0A1F873568F}" presName="level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4698E0A-8A37-4447-9B00-0A22E8AF4228}" type="pres">
      <dgm:prSet presAssocID="{939FDD60-8F07-4C97-91BD-C0A1F873568F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21D333A-2174-4C89-AFDE-A3CFC90E3C24}" type="presOf" srcId="{939FDD60-8F07-4C97-91BD-C0A1F873568F}" destId="{77A97054-DA49-4D31-AF96-FE161D889E1D}" srcOrd="0" destOrd="0" presId="urn:microsoft.com/office/officeart/2005/8/layout/pyramid3"/>
    <dgm:cxn modelId="{905377D4-9DEF-4D6E-AE19-885FEA419B05}" srcId="{F26128E6-FF58-4555-A284-62FCA5DA1BFB}" destId="{FBB03F75-0EEE-45D4-8AA1-75832688504C}" srcOrd="1" destOrd="0" parTransId="{C9221677-DE49-4F61-952A-2C95C2F4CE36}" sibTransId="{328E89C9-79EB-4188-8E6B-3C4DDD849710}"/>
    <dgm:cxn modelId="{B862F557-3A56-46ED-BECC-01E2E10A115A}" type="presOf" srcId="{06EB1FD1-936C-43C9-B098-730FC68CB043}" destId="{7C240A53-AB32-4677-9672-BA1CBFA492DF}" srcOrd="1" destOrd="0" presId="urn:microsoft.com/office/officeart/2005/8/layout/pyramid3"/>
    <dgm:cxn modelId="{7E650C5A-A5F2-43C6-98D9-94D91B94AEA1}" type="presOf" srcId="{E24C0120-9275-4DBF-A34C-AD608033F6B8}" destId="{423AA6A0-4290-4A26-ADF3-E8FF44135044}" srcOrd="0" destOrd="0" presId="urn:microsoft.com/office/officeart/2005/8/layout/pyramid3"/>
    <dgm:cxn modelId="{7793C06B-FAAE-4BE2-892C-4C2576E3FCF7}" type="presOf" srcId="{25189D95-590D-4B4F-B3A6-D2A224E295C1}" destId="{D4656051-E2BF-4E67-8A24-1DF1F712415D}" srcOrd="1" destOrd="0" presId="urn:microsoft.com/office/officeart/2005/8/layout/pyramid3"/>
    <dgm:cxn modelId="{AC941C48-B438-4077-9F5C-3587E20577C7}" srcId="{E24C0120-9275-4DBF-A34C-AD608033F6B8}" destId="{939FDD60-8F07-4C97-91BD-C0A1F873568F}" srcOrd="3" destOrd="0" parTransId="{E839CA3B-97DB-46AF-9150-F3B359A04105}" sibTransId="{D169E520-CE08-4A70-8FBA-F54ED0941B2D}"/>
    <dgm:cxn modelId="{8171C390-E63C-43CF-B342-C9BEFE685DE9}" type="presOf" srcId="{F26128E6-FF58-4555-A284-62FCA5DA1BFB}" destId="{CC7175AC-AC60-4CA0-A50D-018120F33F66}" srcOrd="0" destOrd="0" presId="urn:microsoft.com/office/officeart/2005/8/layout/pyramid3"/>
    <dgm:cxn modelId="{CF70F1C7-2232-40BE-8522-01D49594FB5F}" type="presOf" srcId="{C2672581-7A54-4722-9B6C-23071AA2A25A}" destId="{7C240A53-AB32-4677-9672-BA1CBFA492DF}" srcOrd="1" destOrd="1" presId="urn:microsoft.com/office/officeart/2005/8/layout/pyramid3"/>
    <dgm:cxn modelId="{8FCD4E05-0D1B-4065-9794-4DF00B09DD7F}" type="presOf" srcId="{939FDD60-8F07-4C97-91BD-C0A1F873568F}" destId="{D4698E0A-8A37-4447-9B00-0A22E8AF4228}" srcOrd="1" destOrd="0" presId="urn:microsoft.com/office/officeart/2005/8/layout/pyramid3"/>
    <dgm:cxn modelId="{6C81CD03-9C82-41EA-888D-F4360F4E35B3}" type="presOf" srcId="{AE715D4D-E940-4CD3-87DD-64BCC549D89F}" destId="{B92197CE-DFEE-4F29-A796-8DED488D1285}" srcOrd="0" destOrd="0" presId="urn:microsoft.com/office/officeart/2005/8/layout/pyramid3"/>
    <dgm:cxn modelId="{60E7FB04-2CF6-469D-A3FE-0B457C797810}" type="presOf" srcId="{2D56D843-A74B-4587-9523-865C801CCFE6}" destId="{C948AC08-7BF0-4868-83E7-6C96C2C6A667}" srcOrd="1" destOrd="1" presId="urn:microsoft.com/office/officeart/2005/8/layout/pyramid3"/>
    <dgm:cxn modelId="{BCAF7A36-8BB1-426A-9FED-0436CC54055C}" type="presOf" srcId="{06EB1FD1-936C-43C9-B098-730FC68CB043}" destId="{A00641CB-13CD-4336-9C03-1FE2C371349E}" srcOrd="0" destOrd="0" presId="urn:microsoft.com/office/officeart/2005/8/layout/pyramid3"/>
    <dgm:cxn modelId="{BAB7B448-D209-423E-8889-B5B014B9A998}" type="presOf" srcId="{A7907847-FDDC-4863-A2AD-663CFDA5636A}" destId="{5AD2B6BC-C0A6-4DBA-9736-A8A2569C56D6}" srcOrd="1" destOrd="0" presId="urn:microsoft.com/office/officeart/2005/8/layout/pyramid3"/>
    <dgm:cxn modelId="{DBE97EAF-E097-4881-9BD8-88EED8C6A3AC}" type="presOf" srcId="{2D56D843-A74B-4587-9523-865C801CCFE6}" destId="{EA5A8EC4-C2E5-4968-9F7D-5A57BEC8123D}" srcOrd="0" destOrd="1" presId="urn:microsoft.com/office/officeart/2005/8/layout/pyramid3"/>
    <dgm:cxn modelId="{E9AF4D59-81AC-4B2D-B8DF-2323FBD0F738}" type="presOf" srcId="{AE715D4D-E940-4CD3-87DD-64BCC549D89F}" destId="{8EA497DD-0441-48BD-BB70-2952C7220257}" srcOrd="1" destOrd="0" presId="urn:microsoft.com/office/officeart/2005/8/layout/pyramid3"/>
    <dgm:cxn modelId="{E3B1EAC3-1831-49C9-A25A-C2705C823D49}" srcId="{E24C0120-9275-4DBF-A34C-AD608033F6B8}" destId="{F26128E6-FF58-4555-A284-62FCA5DA1BFB}" srcOrd="2" destOrd="0" parTransId="{46D6700E-D951-4491-AB8B-865B25EB4536}" sibTransId="{C68FB403-FC05-4A1F-8CF3-84915ACD2542}"/>
    <dgm:cxn modelId="{161B61FF-4507-4194-A730-589E7519694A}" srcId="{E24C0120-9275-4DBF-A34C-AD608033F6B8}" destId="{AE715D4D-E940-4CD3-87DD-64BCC549D89F}" srcOrd="1" destOrd="0" parTransId="{8F486A8F-4AC3-4982-91A1-6B897C647EF2}" sibTransId="{9A815950-4F74-4612-B572-2A956C2B0995}"/>
    <dgm:cxn modelId="{015187E0-37E4-45F2-963B-CA8A222812B2}" type="presOf" srcId="{A7907847-FDDC-4863-A2AD-663CFDA5636A}" destId="{EF94FA8A-DB25-4234-9EE1-4E256AADC687}" srcOrd="0" destOrd="0" presId="urn:microsoft.com/office/officeart/2005/8/layout/pyramid3"/>
    <dgm:cxn modelId="{E20E059C-93CF-4231-A933-8C986B6A3FDD}" srcId="{A7907847-FDDC-4863-A2AD-663CFDA5636A}" destId="{C2672581-7A54-4722-9B6C-23071AA2A25A}" srcOrd="1" destOrd="0" parTransId="{68784A7E-C8DB-4A63-991B-59869E0382A1}" sibTransId="{ED8B561D-326C-409F-8C3F-93C17526ED90}"/>
    <dgm:cxn modelId="{20CB1D85-DBAD-45D7-87DC-02459D169EEA}" type="presOf" srcId="{C2672581-7A54-4722-9B6C-23071AA2A25A}" destId="{A00641CB-13CD-4336-9C03-1FE2C371349E}" srcOrd="0" destOrd="1" presId="urn:microsoft.com/office/officeart/2005/8/layout/pyramid3"/>
    <dgm:cxn modelId="{DE2DA100-804F-4F97-B138-0E7851CCC40D}" srcId="{AE715D4D-E940-4CD3-87DD-64BCC549D89F}" destId="{ABC4895A-0DAC-4984-A7B4-C7ADEF2F8234}" srcOrd="2" destOrd="0" parTransId="{3DE5AF51-7990-4C00-85B9-91B4426A5E40}" sibTransId="{408029BD-F04C-4AC4-B1F9-D75ED9F7E660}"/>
    <dgm:cxn modelId="{2718D216-BA66-4DDC-B284-EC113FD9ABD1}" srcId="{F26128E6-FF58-4555-A284-62FCA5DA1BFB}" destId="{25189D95-590D-4B4F-B3A6-D2A224E295C1}" srcOrd="0" destOrd="0" parTransId="{F6566475-AA5D-4EAD-94CF-FAB98AC9533F}" sibTransId="{D2DA2DC3-BC8A-4D26-9465-FC51F6E817D1}"/>
    <dgm:cxn modelId="{35DAF14E-BE78-4B4C-A6EB-7C66ABB6D0A5}" type="presOf" srcId="{FBB03F75-0EEE-45D4-8AA1-75832688504C}" destId="{D4656051-E2BF-4E67-8A24-1DF1F712415D}" srcOrd="1" destOrd="1" presId="urn:microsoft.com/office/officeart/2005/8/layout/pyramid3"/>
    <dgm:cxn modelId="{AFDC4E63-CBB5-40AA-ABDC-EA95A4EB1E4E}" srcId="{AE715D4D-E940-4CD3-87DD-64BCC549D89F}" destId="{2D56D843-A74B-4587-9523-865C801CCFE6}" srcOrd="1" destOrd="0" parTransId="{780C71A9-3F79-4EF4-8AE4-52D44E05F171}" sibTransId="{B1E2CA9E-7C63-4F8C-BF71-619E2EC002C5}"/>
    <dgm:cxn modelId="{80B9D242-F470-4834-AAA8-A57E88BA5674}" type="presOf" srcId="{F26128E6-FF58-4555-A284-62FCA5DA1BFB}" destId="{468EA159-B4E6-4D82-9CA3-D7A2CD17DB42}" srcOrd="1" destOrd="0" presId="urn:microsoft.com/office/officeart/2005/8/layout/pyramid3"/>
    <dgm:cxn modelId="{45FA4F6D-BECA-4E8D-9AAD-38F1151F11FF}" type="presOf" srcId="{ABC4895A-0DAC-4984-A7B4-C7ADEF2F8234}" destId="{C948AC08-7BF0-4868-83E7-6C96C2C6A667}" srcOrd="1" destOrd="2" presId="urn:microsoft.com/office/officeart/2005/8/layout/pyramid3"/>
    <dgm:cxn modelId="{D2E3DCC6-6D74-4FB4-A949-68F5F9BC9C87}" srcId="{A7907847-FDDC-4863-A2AD-663CFDA5636A}" destId="{06EB1FD1-936C-43C9-B098-730FC68CB043}" srcOrd="0" destOrd="0" parTransId="{498017D9-19FF-4E81-A59C-FE8A096013E9}" sibTransId="{FC8C4B5F-5317-421E-AEA4-F9B83FCCB94F}"/>
    <dgm:cxn modelId="{1D727EDB-A289-42CE-B337-6EC6EAFD7031}" type="presOf" srcId="{ABC4895A-0DAC-4984-A7B4-C7ADEF2F8234}" destId="{EA5A8EC4-C2E5-4968-9F7D-5A57BEC8123D}" srcOrd="0" destOrd="2" presId="urn:microsoft.com/office/officeart/2005/8/layout/pyramid3"/>
    <dgm:cxn modelId="{A384E42C-52B6-42F5-86E3-B3A1CD386C36}" type="presOf" srcId="{FBB03F75-0EEE-45D4-8AA1-75832688504C}" destId="{1D5E591D-280E-4966-9CE9-252BF7229926}" srcOrd="0" destOrd="1" presId="urn:microsoft.com/office/officeart/2005/8/layout/pyramid3"/>
    <dgm:cxn modelId="{475F94FF-7AC6-4065-804D-861ED3A538B1}" type="presOf" srcId="{64445300-A6FF-46C2-B51E-0C57152E2EE1}" destId="{C948AC08-7BF0-4868-83E7-6C96C2C6A667}" srcOrd="1" destOrd="0" presId="urn:microsoft.com/office/officeart/2005/8/layout/pyramid3"/>
    <dgm:cxn modelId="{7FD4BF93-CA96-410E-A705-A9C61844168C}" type="presOf" srcId="{25189D95-590D-4B4F-B3A6-D2A224E295C1}" destId="{1D5E591D-280E-4966-9CE9-252BF7229926}" srcOrd="0" destOrd="0" presId="urn:microsoft.com/office/officeart/2005/8/layout/pyramid3"/>
    <dgm:cxn modelId="{A47BB8C4-BABC-4B04-AEFC-D744247F0DA7}" srcId="{AE715D4D-E940-4CD3-87DD-64BCC549D89F}" destId="{64445300-A6FF-46C2-B51E-0C57152E2EE1}" srcOrd="0" destOrd="0" parTransId="{7FD15213-E6C7-4E5D-9C9B-AFF23D50A8CD}" sibTransId="{468A2442-C097-4897-8656-52713B0FAE67}"/>
    <dgm:cxn modelId="{16590AB7-27AF-45FC-81BB-4ED3BA2CBAB9}" srcId="{E24C0120-9275-4DBF-A34C-AD608033F6B8}" destId="{A7907847-FDDC-4863-A2AD-663CFDA5636A}" srcOrd="0" destOrd="0" parTransId="{8E0C063B-3697-43CA-A998-48BB4690A5F0}" sibTransId="{E2ED9B77-0FAB-4BDB-A74A-D0DB18BFF5B1}"/>
    <dgm:cxn modelId="{256DD8A4-0051-407C-A7C5-EDA8A33CD621}" type="presOf" srcId="{64445300-A6FF-46C2-B51E-0C57152E2EE1}" destId="{EA5A8EC4-C2E5-4968-9F7D-5A57BEC8123D}" srcOrd="0" destOrd="0" presId="urn:microsoft.com/office/officeart/2005/8/layout/pyramid3"/>
    <dgm:cxn modelId="{9AB92882-D581-49FF-902C-2299E2C82B1A}" type="presParOf" srcId="{423AA6A0-4290-4A26-ADF3-E8FF44135044}" destId="{D175E9C7-BEF3-437F-84BF-ABD95C80B0EF}" srcOrd="0" destOrd="0" presId="urn:microsoft.com/office/officeart/2005/8/layout/pyramid3"/>
    <dgm:cxn modelId="{86298EE7-B301-4AA8-A7BA-E1B8DDC75A03}" type="presParOf" srcId="{D175E9C7-BEF3-437F-84BF-ABD95C80B0EF}" destId="{A00641CB-13CD-4336-9C03-1FE2C371349E}" srcOrd="0" destOrd="0" presId="urn:microsoft.com/office/officeart/2005/8/layout/pyramid3"/>
    <dgm:cxn modelId="{A486AE76-3054-4F34-9E94-66987698E55D}" type="presParOf" srcId="{D175E9C7-BEF3-437F-84BF-ABD95C80B0EF}" destId="{7C240A53-AB32-4677-9672-BA1CBFA492DF}" srcOrd="1" destOrd="0" presId="urn:microsoft.com/office/officeart/2005/8/layout/pyramid3"/>
    <dgm:cxn modelId="{8A217879-8B3B-4C74-BFF8-71E6303562A6}" type="presParOf" srcId="{D175E9C7-BEF3-437F-84BF-ABD95C80B0EF}" destId="{EF94FA8A-DB25-4234-9EE1-4E256AADC687}" srcOrd="2" destOrd="0" presId="urn:microsoft.com/office/officeart/2005/8/layout/pyramid3"/>
    <dgm:cxn modelId="{3273ED08-385E-4549-BD16-AEE8A014FD6C}" type="presParOf" srcId="{D175E9C7-BEF3-437F-84BF-ABD95C80B0EF}" destId="{5AD2B6BC-C0A6-4DBA-9736-A8A2569C56D6}" srcOrd="3" destOrd="0" presId="urn:microsoft.com/office/officeart/2005/8/layout/pyramid3"/>
    <dgm:cxn modelId="{749D32A6-727F-439E-A218-330FB9ACB460}" type="presParOf" srcId="{423AA6A0-4290-4A26-ADF3-E8FF44135044}" destId="{DED90612-8CAA-4626-B10E-CD0B0DB679CE}" srcOrd="1" destOrd="0" presId="urn:microsoft.com/office/officeart/2005/8/layout/pyramid3"/>
    <dgm:cxn modelId="{847B8E4C-61DC-4FD3-BD32-04319477A98A}" type="presParOf" srcId="{DED90612-8CAA-4626-B10E-CD0B0DB679CE}" destId="{EA5A8EC4-C2E5-4968-9F7D-5A57BEC8123D}" srcOrd="0" destOrd="0" presId="urn:microsoft.com/office/officeart/2005/8/layout/pyramid3"/>
    <dgm:cxn modelId="{7FE18617-FA2E-488C-9B63-50BBE127FD91}" type="presParOf" srcId="{DED90612-8CAA-4626-B10E-CD0B0DB679CE}" destId="{C948AC08-7BF0-4868-83E7-6C96C2C6A667}" srcOrd="1" destOrd="0" presId="urn:microsoft.com/office/officeart/2005/8/layout/pyramid3"/>
    <dgm:cxn modelId="{A448E2B4-E77D-4BDA-9E7D-28C8DB78001C}" type="presParOf" srcId="{DED90612-8CAA-4626-B10E-CD0B0DB679CE}" destId="{B92197CE-DFEE-4F29-A796-8DED488D1285}" srcOrd="2" destOrd="0" presId="urn:microsoft.com/office/officeart/2005/8/layout/pyramid3"/>
    <dgm:cxn modelId="{DBA454E3-0538-4829-9F39-854BA9EBCC16}" type="presParOf" srcId="{DED90612-8CAA-4626-B10E-CD0B0DB679CE}" destId="{8EA497DD-0441-48BD-BB70-2952C7220257}" srcOrd="3" destOrd="0" presId="urn:microsoft.com/office/officeart/2005/8/layout/pyramid3"/>
    <dgm:cxn modelId="{E332DFFA-843D-40BF-8535-2472923B7E06}" type="presParOf" srcId="{423AA6A0-4290-4A26-ADF3-E8FF44135044}" destId="{54F0A321-230B-4669-A7D1-1924085A5E83}" srcOrd="2" destOrd="0" presId="urn:microsoft.com/office/officeart/2005/8/layout/pyramid3"/>
    <dgm:cxn modelId="{F6D24C82-9ADF-41BF-87C5-A407DA40A7E3}" type="presParOf" srcId="{54F0A321-230B-4669-A7D1-1924085A5E83}" destId="{1D5E591D-280E-4966-9CE9-252BF7229926}" srcOrd="0" destOrd="0" presId="urn:microsoft.com/office/officeart/2005/8/layout/pyramid3"/>
    <dgm:cxn modelId="{4AFF39ED-BF4F-4A1A-8BCE-E7C54753C8E1}" type="presParOf" srcId="{54F0A321-230B-4669-A7D1-1924085A5E83}" destId="{D4656051-E2BF-4E67-8A24-1DF1F712415D}" srcOrd="1" destOrd="0" presId="urn:microsoft.com/office/officeart/2005/8/layout/pyramid3"/>
    <dgm:cxn modelId="{AFF939B0-CB9A-41D9-949F-88C4833B93D8}" type="presParOf" srcId="{54F0A321-230B-4669-A7D1-1924085A5E83}" destId="{CC7175AC-AC60-4CA0-A50D-018120F33F66}" srcOrd="2" destOrd="0" presId="urn:microsoft.com/office/officeart/2005/8/layout/pyramid3"/>
    <dgm:cxn modelId="{53BD12C9-B844-485F-9350-06892D242DF5}" type="presParOf" srcId="{54F0A321-230B-4669-A7D1-1924085A5E83}" destId="{468EA159-B4E6-4D82-9CA3-D7A2CD17DB42}" srcOrd="3" destOrd="0" presId="urn:microsoft.com/office/officeart/2005/8/layout/pyramid3"/>
    <dgm:cxn modelId="{69C2AA52-551B-4F23-A46E-432E732ECEF1}" type="presParOf" srcId="{423AA6A0-4290-4A26-ADF3-E8FF44135044}" destId="{BAB38912-4C7D-4DD1-9D02-F6144CBA15C0}" srcOrd="3" destOrd="0" presId="urn:microsoft.com/office/officeart/2005/8/layout/pyramid3"/>
    <dgm:cxn modelId="{F54C476C-E90E-4899-A3DB-66763C4C1946}" type="presParOf" srcId="{BAB38912-4C7D-4DD1-9D02-F6144CBA15C0}" destId="{77A97054-DA49-4D31-AF96-FE161D889E1D}" srcOrd="0" destOrd="0" presId="urn:microsoft.com/office/officeart/2005/8/layout/pyramid3"/>
    <dgm:cxn modelId="{51F9FC86-DA8F-47E4-B0F8-DE0ECC89DC0E}" type="presParOf" srcId="{BAB38912-4C7D-4DD1-9D02-F6144CBA15C0}" destId="{D4698E0A-8A37-4447-9B00-0A22E8AF4228}" srcOrd="1" destOrd="0" presId="urn:microsoft.com/office/officeart/2005/8/layout/pyramid3"/>
  </dgm:cxnLst>
  <dgm:bg/>
  <dgm:whole/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7FC061A-48F3-4470-AA39-80F42CA2FCC2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5AFC854-07F7-4192-B8E8-FC6B891F751E}">
      <dgm:prSet phldrT="[Text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>
              <a:solidFill>
                <a:schemeClr val="accent1"/>
              </a:solidFill>
            </a:rPr>
            <a:t>Define the Scope</a:t>
          </a:r>
          <a:endParaRPr lang="en-US" sz="2400" b="1" dirty="0">
            <a:solidFill>
              <a:schemeClr val="accent1"/>
            </a:solidFill>
          </a:endParaRPr>
        </a:p>
      </dgm:t>
    </dgm:pt>
    <dgm:pt modelId="{29FD1E13-BEC9-41A7-920E-E498C27580D7}" type="parTrans" cxnId="{3934A1F3-1BA6-41AB-BB43-598D7721FD09}">
      <dgm:prSet/>
      <dgm:spPr/>
      <dgm:t>
        <a:bodyPr/>
        <a:lstStyle/>
        <a:p>
          <a:endParaRPr lang="en-US"/>
        </a:p>
      </dgm:t>
    </dgm:pt>
    <dgm:pt modelId="{FBE93F3B-25D2-4780-9C07-48D65FD1FC40}" type="sibTrans" cxnId="{3934A1F3-1BA6-41AB-BB43-598D7721FD09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US" sz="1800"/>
        </a:p>
      </dgm:t>
    </dgm:pt>
    <dgm:pt modelId="{5FA38F34-347F-40D5-AA12-1FBF6596B883}">
      <dgm:prSet phldrT="[Text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>
              <a:solidFill>
                <a:schemeClr val="accent2"/>
              </a:solidFill>
            </a:rPr>
            <a:t>Search and Select</a:t>
          </a:r>
          <a:endParaRPr lang="en-US" sz="2400" b="1" dirty="0">
            <a:solidFill>
              <a:schemeClr val="accent2"/>
            </a:solidFill>
          </a:endParaRPr>
        </a:p>
      </dgm:t>
    </dgm:pt>
    <dgm:pt modelId="{A5DBF7CE-E524-4BCD-8156-F800DE2F74FF}" type="parTrans" cxnId="{8B2FF91D-D30F-48D4-8541-E9D5EDE4CD80}">
      <dgm:prSet/>
      <dgm:spPr/>
      <dgm:t>
        <a:bodyPr/>
        <a:lstStyle/>
        <a:p>
          <a:endParaRPr lang="en-US"/>
        </a:p>
      </dgm:t>
    </dgm:pt>
    <dgm:pt modelId="{36A239A4-8022-4985-829B-06A20D443CB1}" type="sibTrans" cxnId="{8B2FF91D-D30F-48D4-8541-E9D5EDE4CD80}">
      <dgm:prSet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US" sz="1800"/>
        </a:p>
      </dgm:t>
    </dgm:pt>
    <dgm:pt modelId="{5BA27F41-0AB7-4AC2-910D-98C1CBD218DD}">
      <dgm:prSet phldrT="[Text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dirty="0" smtClean="0"/>
            <a:t>Set a clear topic and </a:t>
          </a:r>
          <a:r>
            <a:rPr lang="en-US" sz="2000" b="0" dirty="0" smtClean="0">
              <a:effectLst/>
            </a:rPr>
            <a:t>focused research question.</a:t>
          </a:r>
          <a:endParaRPr lang="en-US" sz="2000" b="0" dirty="0">
            <a:effectLst/>
          </a:endParaRPr>
        </a:p>
      </dgm:t>
    </dgm:pt>
    <dgm:pt modelId="{782A2FB1-65B4-48A0-B3C2-D834330849D3}" type="parTrans" cxnId="{5588D008-EDFE-4FB2-838F-6F5B008817E6}">
      <dgm:prSet/>
      <dgm:spPr/>
      <dgm:t>
        <a:bodyPr/>
        <a:lstStyle/>
        <a:p>
          <a:endParaRPr lang="en-US"/>
        </a:p>
      </dgm:t>
    </dgm:pt>
    <dgm:pt modelId="{F433A1E7-7D40-453F-B10D-ACD9E2BD1CF4}" type="sibTrans" cxnId="{5588D008-EDFE-4FB2-838F-6F5B008817E6}">
      <dgm:prSet/>
      <dgm:spPr/>
      <dgm:t>
        <a:bodyPr/>
        <a:lstStyle/>
        <a:p>
          <a:endParaRPr lang="en-US"/>
        </a:p>
      </dgm:t>
    </dgm:pt>
    <dgm:pt modelId="{93453273-0B07-4291-AE38-3DE0FF1213D7}">
      <dgm:prSet cust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>
              <a:solidFill>
                <a:schemeClr val="accent3"/>
              </a:solidFill>
            </a:rPr>
            <a:t>Organize the Literature</a:t>
          </a:r>
          <a:endParaRPr lang="en-US" sz="2400" b="1" dirty="0">
            <a:solidFill>
              <a:schemeClr val="accent3"/>
            </a:solidFill>
          </a:endParaRPr>
        </a:p>
      </dgm:t>
    </dgm:pt>
    <dgm:pt modelId="{2B4FDCF2-75FC-4C67-84D1-A1BA7ECB755C}" type="parTrans" cxnId="{1A701867-6A21-4A9F-A146-542B9B8D7704}">
      <dgm:prSet/>
      <dgm:spPr/>
      <dgm:t>
        <a:bodyPr/>
        <a:lstStyle/>
        <a:p>
          <a:endParaRPr lang="en-US"/>
        </a:p>
      </dgm:t>
    </dgm:pt>
    <dgm:pt modelId="{9BB86488-0441-45F7-BC33-32D939590834}" type="sibTrans" cxnId="{1A701867-6A21-4A9F-A146-542B9B8D7704}">
      <dgm:prSet cust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US" sz="1800"/>
        </a:p>
      </dgm:t>
    </dgm:pt>
    <dgm:pt modelId="{B524001A-DB46-48E7-9211-646D40E800A3}">
      <dgm:prSet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b="1" dirty="0" smtClean="0">
              <a:solidFill>
                <a:schemeClr val="accent4"/>
              </a:solidFill>
            </a:rPr>
            <a:t>Compare and Synthesize</a:t>
          </a:r>
          <a:endParaRPr lang="en-US" sz="2000" b="1" dirty="0">
            <a:solidFill>
              <a:schemeClr val="accent4"/>
            </a:solidFill>
          </a:endParaRPr>
        </a:p>
      </dgm:t>
    </dgm:pt>
    <dgm:pt modelId="{BFF24054-D46A-4711-8051-4990695C3F72}" type="parTrans" cxnId="{AC60A8DE-49AA-43F6-92A3-C5EBCF170194}">
      <dgm:prSet/>
      <dgm:spPr/>
      <dgm:t>
        <a:bodyPr/>
        <a:lstStyle/>
        <a:p>
          <a:endParaRPr lang="en-US"/>
        </a:p>
      </dgm:t>
    </dgm:pt>
    <dgm:pt modelId="{E468327C-2F82-42A3-AB9C-59296344A77C}" type="sibTrans" cxnId="{AC60A8DE-49AA-43F6-92A3-C5EBCF170194}">
      <dgm:prSet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US" sz="1800"/>
        </a:p>
      </dgm:t>
    </dgm:pt>
    <dgm:pt modelId="{E610EC82-74D1-44AD-BF21-70D9755C08D9}">
      <dgm:prSet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b="1" dirty="0" smtClean="0">
              <a:solidFill>
                <a:schemeClr val="accent5"/>
              </a:solidFill>
            </a:rPr>
            <a:t>Identify Research Gaps</a:t>
          </a:r>
          <a:endParaRPr lang="en-US" sz="2000" b="1" dirty="0">
            <a:solidFill>
              <a:schemeClr val="accent5"/>
            </a:solidFill>
          </a:endParaRPr>
        </a:p>
      </dgm:t>
    </dgm:pt>
    <dgm:pt modelId="{8E983CF4-06C4-4C54-83AE-B4249611193A}" type="parTrans" cxnId="{97F82851-5CCB-4DD7-81DF-28CAE45185C7}">
      <dgm:prSet/>
      <dgm:spPr/>
      <dgm:t>
        <a:bodyPr/>
        <a:lstStyle/>
        <a:p>
          <a:endParaRPr lang="en-US"/>
        </a:p>
      </dgm:t>
    </dgm:pt>
    <dgm:pt modelId="{A0B7322D-DD43-4AA6-B962-FEBDBDD300CF}" type="sibTrans" cxnId="{97F82851-5CCB-4DD7-81DF-28CAE45185C7}">
      <dgm:prSet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US" sz="1800"/>
        </a:p>
      </dgm:t>
    </dgm:pt>
    <dgm:pt modelId="{ECFE22A7-E6AB-4C6C-AEE7-D41956A5E4DC}">
      <dgm:prSet phldrT="[Text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dirty="0" smtClean="0">
              <a:effectLst/>
            </a:rPr>
            <a:t>Search relevant databases and apply selection criteria.</a:t>
          </a:r>
          <a:endParaRPr lang="en-US" sz="2000" dirty="0">
            <a:effectLst/>
          </a:endParaRPr>
        </a:p>
      </dgm:t>
    </dgm:pt>
    <dgm:pt modelId="{06016E41-9837-401D-8232-E13FDFB1B0B2}" type="parTrans" cxnId="{208DC759-B355-4127-81FE-C2AD7C9B27CE}">
      <dgm:prSet/>
      <dgm:spPr/>
      <dgm:t>
        <a:bodyPr/>
        <a:lstStyle/>
        <a:p>
          <a:endParaRPr lang="en-US"/>
        </a:p>
      </dgm:t>
    </dgm:pt>
    <dgm:pt modelId="{7565A5CD-26A9-497A-874F-C45CB26FCA9C}" type="sibTrans" cxnId="{208DC759-B355-4127-81FE-C2AD7C9B27CE}">
      <dgm:prSet/>
      <dgm:spPr/>
      <dgm:t>
        <a:bodyPr/>
        <a:lstStyle/>
        <a:p>
          <a:endParaRPr lang="en-US"/>
        </a:p>
      </dgm:t>
    </dgm:pt>
    <dgm:pt modelId="{6AE3F248-D3DD-45C3-9A32-496E17FF9416}">
      <dgm:prSet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dirty="0" smtClean="0">
              <a:effectLst/>
            </a:rPr>
            <a:t>Compare findings, methods, strengths, and limitations across studies.</a:t>
          </a:r>
          <a:endParaRPr lang="en-US" sz="2000" dirty="0">
            <a:effectLst/>
          </a:endParaRPr>
        </a:p>
      </dgm:t>
    </dgm:pt>
    <dgm:pt modelId="{D0964143-EEA0-47E9-B14D-513B2C05556B}" type="parTrans" cxnId="{F68E0D23-80F4-4FA1-A968-007489243DE5}">
      <dgm:prSet/>
      <dgm:spPr/>
      <dgm:t>
        <a:bodyPr/>
        <a:lstStyle/>
        <a:p>
          <a:endParaRPr lang="en-US"/>
        </a:p>
      </dgm:t>
    </dgm:pt>
    <dgm:pt modelId="{6BC367BB-EE34-4F4D-AA70-01BF1D9569A9}" type="sibTrans" cxnId="{F68E0D23-80F4-4FA1-A968-007489243DE5}">
      <dgm:prSet/>
      <dgm:spPr/>
      <dgm:t>
        <a:bodyPr/>
        <a:lstStyle/>
        <a:p>
          <a:endParaRPr lang="en-US"/>
        </a:p>
      </dgm:t>
    </dgm:pt>
    <dgm:pt modelId="{95E93DDE-CE02-494B-8C20-A2D72347734F}">
      <dgm:prSet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dirty="0" smtClean="0">
              <a:effectLst/>
            </a:rPr>
            <a:t>Highlight unanswered questions and justify gaps using evidence from the literature.</a:t>
          </a:r>
          <a:endParaRPr lang="en-US" sz="2000" dirty="0">
            <a:effectLst/>
          </a:endParaRPr>
        </a:p>
      </dgm:t>
    </dgm:pt>
    <dgm:pt modelId="{BD930339-7F00-4EEF-A1D4-AFA69DE67CC2}" type="parTrans" cxnId="{9CE1F0F4-C63D-40FF-A0BA-0A3F03992456}">
      <dgm:prSet/>
      <dgm:spPr/>
      <dgm:t>
        <a:bodyPr/>
        <a:lstStyle/>
        <a:p>
          <a:endParaRPr lang="en-US"/>
        </a:p>
      </dgm:t>
    </dgm:pt>
    <dgm:pt modelId="{6630B75D-E9EB-4DED-8CEE-C41FB3E98F70}" type="sibTrans" cxnId="{9CE1F0F4-C63D-40FF-A0BA-0A3F03992456}">
      <dgm:prSet/>
      <dgm:spPr/>
      <dgm:t>
        <a:bodyPr/>
        <a:lstStyle/>
        <a:p>
          <a:endParaRPr lang="en-US"/>
        </a:p>
      </dgm:t>
    </dgm:pt>
    <dgm:pt modelId="{9BE14D56-D21A-4E13-8D2B-2168EC868F8E}">
      <dgm:prSet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>
              <a:solidFill>
                <a:schemeClr val="accent6"/>
              </a:solidFill>
            </a:rPr>
            <a:t>Write and Refine</a:t>
          </a:r>
          <a:endParaRPr lang="en-US" sz="2400" b="1" dirty="0">
            <a:solidFill>
              <a:schemeClr val="accent6"/>
            </a:solidFill>
          </a:endParaRPr>
        </a:p>
      </dgm:t>
    </dgm:pt>
    <dgm:pt modelId="{E1361A47-1CAA-4E2F-BCF8-112C5BEDEF37}" type="parTrans" cxnId="{5BB09D9B-871B-4B94-A39B-EAE00ED7F95D}">
      <dgm:prSet/>
      <dgm:spPr/>
      <dgm:t>
        <a:bodyPr/>
        <a:lstStyle/>
        <a:p>
          <a:endParaRPr lang="en-US"/>
        </a:p>
      </dgm:t>
    </dgm:pt>
    <dgm:pt modelId="{20FFB176-8E42-4F8D-8D6B-B0FC63531394}" type="sibTrans" cxnId="{5BB09D9B-871B-4B94-A39B-EAE00ED7F95D}">
      <dgm:prSet/>
      <dgm:spPr/>
      <dgm:t>
        <a:bodyPr/>
        <a:lstStyle/>
        <a:p>
          <a:endParaRPr lang="en-US"/>
        </a:p>
      </dgm:t>
    </dgm:pt>
    <dgm:pt modelId="{026D5D5C-39F1-464F-9223-296E8ED65E87}">
      <dgm:prSet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dirty="0" smtClean="0">
              <a:effectLst/>
            </a:rPr>
            <a:t>Present the findings clearly, cite sources, and acknowledge limitations.</a:t>
          </a:r>
          <a:endParaRPr lang="en-US" sz="2000" dirty="0">
            <a:effectLst/>
          </a:endParaRPr>
        </a:p>
      </dgm:t>
    </dgm:pt>
    <dgm:pt modelId="{D42E02E5-1E88-49A1-B067-ED30C00F6E00}" type="parTrans" cxnId="{D65E28B0-3633-4564-BCDD-56115A92BE84}">
      <dgm:prSet/>
      <dgm:spPr/>
      <dgm:t>
        <a:bodyPr/>
        <a:lstStyle/>
        <a:p>
          <a:endParaRPr lang="en-US"/>
        </a:p>
      </dgm:t>
    </dgm:pt>
    <dgm:pt modelId="{5CA3B63E-B72F-493E-AF48-0F8BBCA9B8CD}" type="sibTrans" cxnId="{D65E28B0-3633-4564-BCDD-56115A92BE84}">
      <dgm:prSet/>
      <dgm:spPr/>
      <dgm:t>
        <a:bodyPr/>
        <a:lstStyle/>
        <a:p>
          <a:endParaRPr lang="en-US"/>
        </a:p>
      </dgm:t>
    </dgm:pt>
    <dgm:pt modelId="{DF236A1E-BA06-446F-AC6E-5918B6EFB443}">
      <dgm:prSet cust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dirty="0" smtClean="0">
              <a:effectLst/>
            </a:rPr>
            <a:t>Group papers by themes, methods, or approaches; prepare a literature matrix.</a:t>
          </a:r>
          <a:endParaRPr lang="en-US" sz="2000" dirty="0">
            <a:effectLst/>
          </a:endParaRPr>
        </a:p>
      </dgm:t>
    </dgm:pt>
    <dgm:pt modelId="{0D9974EF-1688-4630-B335-FAA80A5B57A4}" type="sibTrans" cxnId="{FCF0BF23-1D18-4489-908F-AD571BFDBFC7}">
      <dgm:prSet/>
      <dgm:spPr/>
      <dgm:t>
        <a:bodyPr/>
        <a:lstStyle/>
        <a:p>
          <a:endParaRPr lang="en-US"/>
        </a:p>
      </dgm:t>
    </dgm:pt>
    <dgm:pt modelId="{FEF9CD09-3167-4B0D-9117-BA0BAE13FF9A}" type="parTrans" cxnId="{FCF0BF23-1D18-4489-908F-AD571BFDBFC7}">
      <dgm:prSet/>
      <dgm:spPr/>
      <dgm:t>
        <a:bodyPr/>
        <a:lstStyle/>
        <a:p>
          <a:endParaRPr lang="en-US"/>
        </a:p>
      </dgm:t>
    </dgm:pt>
    <dgm:pt modelId="{49433A8B-196A-4397-9179-02B8F42C6011}" type="pres">
      <dgm:prSet presAssocID="{D7FC061A-48F3-4470-AA39-80F42CA2FCC2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834C040-C499-4A8E-AF24-68D81F93A36E}" type="pres">
      <dgm:prSet presAssocID="{75AFC854-07F7-4192-B8E8-FC6B891F751E}" presName="node" presStyleLbl="node1" presStyleIdx="0" presStyleCnt="6" custScaleX="259375" custScaleY="33378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46CDE8E-E695-4E4A-B3C2-9ED1A03EC254}" type="pres">
      <dgm:prSet presAssocID="{FBE93F3B-25D2-4780-9C07-48D65FD1FC40}" presName="sibTrans" presStyleLbl="sibTrans2D1" presStyleIdx="0" presStyleCnt="5" custScaleX="133101" custScaleY="133101"/>
      <dgm:spPr/>
      <dgm:t>
        <a:bodyPr/>
        <a:lstStyle/>
        <a:p>
          <a:endParaRPr lang="en-US"/>
        </a:p>
      </dgm:t>
    </dgm:pt>
    <dgm:pt modelId="{EAC149E0-21F1-40BF-881F-2E4D60408B94}" type="pres">
      <dgm:prSet presAssocID="{FBE93F3B-25D2-4780-9C07-48D65FD1FC40}" presName="connectorText" presStyleLbl="sibTrans2D1" presStyleIdx="0" presStyleCnt="5"/>
      <dgm:spPr/>
      <dgm:t>
        <a:bodyPr/>
        <a:lstStyle/>
        <a:p>
          <a:endParaRPr lang="en-US"/>
        </a:p>
      </dgm:t>
    </dgm:pt>
    <dgm:pt modelId="{CF910E45-D999-4DA6-86C2-7A8397FF879C}" type="pres">
      <dgm:prSet presAssocID="{5FA38F34-347F-40D5-AA12-1FBF6596B883}" presName="node" presStyleLbl="node1" presStyleIdx="1" presStyleCnt="6" custScaleX="259375" custScaleY="33378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7F18B3-0780-4C06-9955-A09EEF2557DE}" type="pres">
      <dgm:prSet presAssocID="{36A239A4-8022-4985-829B-06A20D443CB1}" presName="sibTrans" presStyleLbl="sibTrans2D1" presStyleIdx="1" presStyleCnt="5" custScaleX="133101" custScaleY="133101"/>
      <dgm:spPr/>
      <dgm:t>
        <a:bodyPr/>
        <a:lstStyle/>
        <a:p>
          <a:endParaRPr lang="en-US"/>
        </a:p>
      </dgm:t>
    </dgm:pt>
    <dgm:pt modelId="{CD5EB10B-F387-4B65-8CEC-EB4ACD233701}" type="pres">
      <dgm:prSet presAssocID="{36A239A4-8022-4985-829B-06A20D443CB1}" presName="connectorText" presStyleLbl="sibTrans2D1" presStyleIdx="1" presStyleCnt="5"/>
      <dgm:spPr/>
      <dgm:t>
        <a:bodyPr/>
        <a:lstStyle/>
        <a:p>
          <a:endParaRPr lang="en-US"/>
        </a:p>
      </dgm:t>
    </dgm:pt>
    <dgm:pt modelId="{352D63EF-A1B2-4D74-9E63-69145D71B441}" type="pres">
      <dgm:prSet presAssocID="{93453273-0B07-4291-AE38-3DE0FF1213D7}" presName="node" presStyleLbl="node1" presStyleIdx="2" presStyleCnt="6" custScaleX="259375" custScaleY="33378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606C1D-DC95-4833-B69D-D09FE622D904}" type="pres">
      <dgm:prSet presAssocID="{9BB86488-0441-45F7-BC33-32D939590834}" presName="sibTrans" presStyleLbl="sibTrans2D1" presStyleIdx="2" presStyleCnt="5" custScaleX="133101" custScaleY="133101"/>
      <dgm:spPr/>
      <dgm:t>
        <a:bodyPr/>
        <a:lstStyle/>
        <a:p>
          <a:endParaRPr lang="en-US"/>
        </a:p>
      </dgm:t>
    </dgm:pt>
    <dgm:pt modelId="{DDB4CD1F-E0DD-4939-A78F-74A73A663D45}" type="pres">
      <dgm:prSet presAssocID="{9BB86488-0441-45F7-BC33-32D939590834}" presName="connectorText" presStyleLbl="sibTrans2D1" presStyleIdx="2" presStyleCnt="5"/>
      <dgm:spPr/>
      <dgm:t>
        <a:bodyPr/>
        <a:lstStyle/>
        <a:p>
          <a:endParaRPr lang="en-US"/>
        </a:p>
      </dgm:t>
    </dgm:pt>
    <dgm:pt modelId="{3E573696-F330-4A2C-8DE2-9ECF7DCB7915}" type="pres">
      <dgm:prSet presAssocID="{B524001A-DB46-48E7-9211-646D40E800A3}" presName="node" presStyleLbl="node1" presStyleIdx="3" presStyleCnt="6" custScaleX="259375" custScaleY="33378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EA24F1-F8D3-43CB-AE24-0D3446EFE4DB}" type="pres">
      <dgm:prSet presAssocID="{E468327C-2F82-42A3-AB9C-59296344A77C}" presName="sibTrans" presStyleLbl="sibTrans2D1" presStyleIdx="3" presStyleCnt="5" custScaleX="133101" custScaleY="133101"/>
      <dgm:spPr/>
      <dgm:t>
        <a:bodyPr/>
        <a:lstStyle/>
        <a:p>
          <a:endParaRPr lang="en-US"/>
        </a:p>
      </dgm:t>
    </dgm:pt>
    <dgm:pt modelId="{A7240A4F-1FE1-4276-AB47-043B162F9821}" type="pres">
      <dgm:prSet presAssocID="{E468327C-2F82-42A3-AB9C-59296344A77C}" presName="connectorText" presStyleLbl="sibTrans2D1" presStyleIdx="3" presStyleCnt="5"/>
      <dgm:spPr/>
      <dgm:t>
        <a:bodyPr/>
        <a:lstStyle/>
        <a:p>
          <a:endParaRPr lang="en-US"/>
        </a:p>
      </dgm:t>
    </dgm:pt>
    <dgm:pt modelId="{9BBA4D11-9222-4CE4-BFDF-4B36FAF65177}" type="pres">
      <dgm:prSet presAssocID="{E610EC82-74D1-44AD-BF21-70D9755C08D9}" presName="node" presStyleLbl="node1" presStyleIdx="4" presStyleCnt="6" custScaleX="259375" custScaleY="33378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0945018-9AA2-4FB6-B8F0-93B7701BC3C9}" type="pres">
      <dgm:prSet presAssocID="{A0B7322D-DD43-4AA6-B962-FEBDBDD300CF}" presName="sibTrans" presStyleLbl="sibTrans2D1" presStyleIdx="4" presStyleCnt="5" custScaleX="133101" custScaleY="133101"/>
      <dgm:spPr/>
      <dgm:t>
        <a:bodyPr/>
        <a:lstStyle/>
        <a:p>
          <a:endParaRPr lang="en-US"/>
        </a:p>
      </dgm:t>
    </dgm:pt>
    <dgm:pt modelId="{738D5780-6DBD-45A2-AE42-28EE9AB1B13F}" type="pres">
      <dgm:prSet presAssocID="{A0B7322D-DD43-4AA6-B962-FEBDBDD300CF}" presName="connectorText" presStyleLbl="sibTrans2D1" presStyleIdx="4" presStyleCnt="5"/>
      <dgm:spPr/>
      <dgm:t>
        <a:bodyPr/>
        <a:lstStyle/>
        <a:p>
          <a:endParaRPr lang="en-US"/>
        </a:p>
      </dgm:t>
    </dgm:pt>
    <dgm:pt modelId="{E623939A-3689-4A9C-93BD-B2FFFE1B421F}" type="pres">
      <dgm:prSet presAssocID="{9BE14D56-D21A-4E13-8D2B-2168EC868F8E}" presName="node" presStyleLbl="node1" presStyleIdx="5" presStyleCnt="6" custScaleX="259375" custScaleY="33378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415C684-4C3A-459D-864E-33EA59A55B18}" type="presOf" srcId="{75AFC854-07F7-4192-B8E8-FC6B891F751E}" destId="{3834C040-C499-4A8E-AF24-68D81F93A36E}" srcOrd="0" destOrd="0" presId="urn:microsoft.com/office/officeart/2005/8/layout/process5"/>
    <dgm:cxn modelId="{8B2FF91D-D30F-48D4-8541-E9D5EDE4CD80}" srcId="{D7FC061A-48F3-4470-AA39-80F42CA2FCC2}" destId="{5FA38F34-347F-40D5-AA12-1FBF6596B883}" srcOrd="1" destOrd="0" parTransId="{A5DBF7CE-E524-4BCD-8156-F800DE2F74FF}" sibTransId="{36A239A4-8022-4985-829B-06A20D443CB1}"/>
    <dgm:cxn modelId="{8E558642-DEF7-4E33-85B3-9762AA09B5A3}" type="presOf" srcId="{E468327C-2F82-42A3-AB9C-59296344A77C}" destId="{A7240A4F-1FE1-4276-AB47-043B162F9821}" srcOrd="1" destOrd="0" presId="urn:microsoft.com/office/officeart/2005/8/layout/process5"/>
    <dgm:cxn modelId="{5BB09D9B-871B-4B94-A39B-EAE00ED7F95D}" srcId="{D7FC061A-48F3-4470-AA39-80F42CA2FCC2}" destId="{9BE14D56-D21A-4E13-8D2B-2168EC868F8E}" srcOrd="5" destOrd="0" parTransId="{E1361A47-1CAA-4E2F-BCF8-112C5BEDEF37}" sibTransId="{20FFB176-8E42-4F8D-8D6B-B0FC63531394}"/>
    <dgm:cxn modelId="{3934A1F3-1BA6-41AB-BB43-598D7721FD09}" srcId="{D7FC061A-48F3-4470-AA39-80F42CA2FCC2}" destId="{75AFC854-07F7-4192-B8E8-FC6B891F751E}" srcOrd="0" destOrd="0" parTransId="{29FD1E13-BEC9-41A7-920E-E498C27580D7}" sibTransId="{FBE93F3B-25D2-4780-9C07-48D65FD1FC40}"/>
    <dgm:cxn modelId="{5588D008-EDFE-4FB2-838F-6F5B008817E6}" srcId="{75AFC854-07F7-4192-B8E8-FC6B891F751E}" destId="{5BA27F41-0AB7-4AC2-910D-98C1CBD218DD}" srcOrd="0" destOrd="0" parTransId="{782A2FB1-65B4-48A0-B3C2-D834330849D3}" sibTransId="{F433A1E7-7D40-453F-B10D-ACD9E2BD1CF4}"/>
    <dgm:cxn modelId="{233319F5-84DA-436B-9A2F-D7DEA9D33413}" type="presOf" srcId="{DF236A1E-BA06-446F-AC6E-5918B6EFB443}" destId="{352D63EF-A1B2-4D74-9E63-69145D71B441}" srcOrd="0" destOrd="1" presId="urn:microsoft.com/office/officeart/2005/8/layout/process5"/>
    <dgm:cxn modelId="{FF44A5AE-19F6-4D00-8E9A-327177B3B140}" type="presOf" srcId="{9BB86488-0441-45F7-BC33-32D939590834}" destId="{38606C1D-DC95-4833-B69D-D09FE622D904}" srcOrd="0" destOrd="0" presId="urn:microsoft.com/office/officeart/2005/8/layout/process5"/>
    <dgm:cxn modelId="{2196AC52-3CFB-4E15-9651-7303BBA384A7}" type="presOf" srcId="{B524001A-DB46-48E7-9211-646D40E800A3}" destId="{3E573696-F330-4A2C-8DE2-9ECF7DCB7915}" srcOrd="0" destOrd="0" presId="urn:microsoft.com/office/officeart/2005/8/layout/process5"/>
    <dgm:cxn modelId="{556DE847-089B-408A-91B3-69A537C55E63}" type="presOf" srcId="{D7FC061A-48F3-4470-AA39-80F42CA2FCC2}" destId="{49433A8B-196A-4397-9179-02B8F42C6011}" srcOrd="0" destOrd="0" presId="urn:microsoft.com/office/officeart/2005/8/layout/process5"/>
    <dgm:cxn modelId="{A5E5B384-C9DE-4090-9582-D25FD11973B2}" type="presOf" srcId="{A0B7322D-DD43-4AA6-B962-FEBDBDD300CF}" destId="{10945018-9AA2-4FB6-B8F0-93B7701BC3C9}" srcOrd="0" destOrd="0" presId="urn:microsoft.com/office/officeart/2005/8/layout/process5"/>
    <dgm:cxn modelId="{13A5F553-A70A-4BA7-A285-220F2F788146}" type="presOf" srcId="{E468327C-2F82-42A3-AB9C-59296344A77C}" destId="{51EA24F1-F8D3-43CB-AE24-0D3446EFE4DB}" srcOrd="0" destOrd="0" presId="urn:microsoft.com/office/officeart/2005/8/layout/process5"/>
    <dgm:cxn modelId="{0DFB20F5-82F7-46D9-BBB9-82F82BFB1213}" type="presOf" srcId="{6AE3F248-D3DD-45C3-9A32-496E17FF9416}" destId="{3E573696-F330-4A2C-8DE2-9ECF7DCB7915}" srcOrd="0" destOrd="1" presId="urn:microsoft.com/office/officeart/2005/8/layout/process5"/>
    <dgm:cxn modelId="{AB483CCF-B6EF-4D99-86FA-817961F01913}" type="presOf" srcId="{36A239A4-8022-4985-829B-06A20D443CB1}" destId="{CD5EB10B-F387-4B65-8CEC-EB4ACD233701}" srcOrd="1" destOrd="0" presId="urn:microsoft.com/office/officeart/2005/8/layout/process5"/>
    <dgm:cxn modelId="{76DAA9F7-A91A-480E-B322-E6C57A27BA99}" type="presOf" srcId="{95E93DDE-CE02-494B-8C20-A2D72347734F}" destId="{9BBA4D11-9222-4CE4-BFDF-4B36FAF65177}" srcOrd="0" destOrd="1" presId="urn:microsoft.com/office/officeart/2005/8/layout/process5"/>
    <dgm:cxn modelId="{9CE1F0F4-C63D-40FF-A0BA-0A3F03992456}" srcId="{E610EC82-74D1-44AD-BF21-70D9755C08D9}" destId="{95E93DDE-CE02-494B-8C20-A2D72347734F}" srcOrd="0" destOrd="0" parTransId="{BD930339-7F00-4EEF-A1D4-AFA69DE67CC2}" sibTransId="{6630B75D-E9EB-4DED-8CEE-C41FB3E98F70}"/>
    <dgm:cxn modelId="{7AD35C56-1F1D-4106-80AE-249442A079B6}" type="presOf" srcId="{A0B7322D-DD43-4AA6-B962-FEBDBDD300CF}" destId="{738D5780-6DBD-45A2-AE42-28EE9AB1B13F}" srcOrd="1" destOrd="0" presId="urn:microsoft.com/office/officeart/2005/8/layout/process5"/>
    <dgm:cxn modelId="{2D81A514-63F3-4F76-8545-F10F90B9BD45}" type="presOf" srcId="{5BA27F41-0AB7-4AC2-910D-98C1CBD218DD}" destId="{3834C040-C499-4A8E-AF24-68D81F93A36E}" srcOrd="0" destOrd="1" presId="urn:microsoft.com/office/officeart/2005/8/layout/process5"/>
    <dgm:cxn modelId="{2834201A-E420-4805-8462-5DB7A487DFA3}" type="presOf" srcId="{9BB86488-0441-45F7-BC33-32D939590834}" destId="{DDB4CD1F-E0DD-4939-A78F-74A73A663D45}" srcOrd="1" destOrd="0" presId="urn:microsoft.com/office/officeart/2005/8/layout/process5"/>
    <dgm:cxn modelId="{95918B01-7E84-4A94-B64F-14B1F80A5138}" type="presOf" srcId="{9BE14D56-D21A-4E13-8D2B-2168EC868F8E}" destId="{E623939A-3689-4A9C-93BD-B2FFFE1B421F}" srcOrd="0" destOrd="0" presId="urn:microsoft.com/office/officeart/2005/8/layout/process5"/>
    <dgm:cxn modelId="{AC60A8DE-49AA-43F6-92A3-C5EBCF170194}" srcId="{D7FC061A-48F3-4470-AA39-80F42CA2FCC2}" destId="{B524001A-DB46-48E7-9211-646D40E800A3}" srcOrd="3" destOrd="0" parTransId="{BFF24054-D46A-4711-8051-4990695C3F72}" sibTransId="{E468327C-2F82-42A3-AB9C-59296344A77C}"/>
    <dgm:cxn modelId="{1A701867-6A21-4A9F-A146-542B9B8D7704}" srcId="{D7FC061A-48F3-4470-AA39-80F42CA2FCC2}" destId="{93453273-0B07-4291-AE38-3DE0FF1213D7}" srcOrd="2" destOrd="0" parTransId="{2B4FDCF2-75FC-4C67-84D1-A1BA7ECB755C}" sibTransId="{9BB86488-0441-45F7-BC33-32D939590834}"/>
    <dgm:cxn modelId="{F68E0D23-80F4-4FA1-A968-007489243DE5}" srcId="{B524001A-DB46-48E7-9211-646D40E800A3}" destId="{6AE3F248-D3DD-45C3-9A32-496E17FF9416}" srcOrd="0" destOrd="0" parTransId="{D0964143-EEA0-47E9-B14D-513B2C05556B}" sibTransId="{6BC367BB-EE34-4F4D-AA70-01BF1D9569A9}"/>
    <dgm:cxn modelId="{EE0EC31B-FE10-442C-B0C3-49BD09CEDE7B}" type="presOf" srcId="{FBE93F3B-25D2-4780-9C07-48D65FD1FC40}" destId="{D46CDE8E-E695-4E4A-B3C2-9ED1A03EC254}" srcOrd="0" destOrd="0" presId="urn:microsoft.com/office/officeart/2005/8/layout/process5"/>
    <dgm:cxn modelId="{CD85A3F3-6AB7-4793-BA70-41C72AD9212A}" type="presOf" srcId="{E610EC82-74D1-44AD-BF21-70D9755C08D9}" destId="{9BBA4D11-9222-4CE4-BFDF-4B36FAF65177}" srcOrd="0" destOrd="0" presId="urn:microsoft.com/office/officeart/2005/8/layout/process5"/>
    <dgm:cxn modelId="{808B8CAD-27C5-4A34-961F-FF4197F2251F}" type="presOf" srcId="{ECFE22A7-E6AB-4C6C-AEE7-D41956A5E4DC}" destId="{CF910E45-D999-4DA6-86C2-7A8397FF879C}" srcOrd="0" destOrd="1" presId="urn:microsoft.com/office/officeart/2005/8/layout/process5"/>
    <dgm:cxn modelId="{1C8D7297-BE1A-434A-A470-01313F06BAED}" type="presOf" srcId="{93453273-0B07-4291-AE38-3DE0FF1213D7}" destId="{352D63EF-A1B2-4D74-9E63-69145D71B441}" srcOrd="0" destOrd="0" presId="urn:microsoft.com/office/officeart/2005/8/layout/process5"/>
    <dgm:cxn modelId="{D65E28B0-3633-4564-BCDD-56115A92BE84}" srcId="{9BE14D56-D21A-4E13-8D2B-2168EC868F8E}" destId="{026D5D5C-39F1-464F-9223-296E8ED65E87}" srcOrd="0" destOrd="0" parTransId="{D42E02E5-1E88-49A1-B067-ED30C00F6E00}" sibTransId="{5CA3B63E-B72F-493E-AF48-0F8BBCA9B8CD}"/>
    <dgm:cxn modelId="{4263EBE1-C8C8-41E2-8393-045B23EE8FC6}" type="presOf" srcId="{5FA38F34-347F-40D5-AA12-1FBF6596B883}" destId="{CF910E45-D999-4DA6-86C2-7A8397FF879C}" srcOrd="0" destOrd="0" presId="urn:microsoft.com/office/officeart/2005/8/layout/process5"/>
    <dgm:cxn modelId="{813550E3-0FB0-4AC5-80A0-3B0CD7874F0A}" type="presOf" srcId="{026D5D5C-39F1-464F-9223-296E8ED65E87}" destId="{E623939A-3689-4A9C-93BD-B2FFFE1B421F}" srcOrd="0" destOrd="1" presId="urn:microsoft.com/office/officeart/2005/8/layout/process5"/>
    <dgm:cxn modelId="{97F82851-5CCB-4DD7-81DF-28CAE45185C7}" srcId="{D7FC061A-48F3-4470-AA39-80F42CA2FCC2}" destId="{E610EC82-74D1-44AD-BF21-70D9755C08D9}" srcOrd="4" destOrd="0" parTransId="{8E983CF4-06C4-4C54-83AE-B4249611193A}" sibTransId="{A0B7322D-DD43-4AA6-B962-FEBDBDD300CF}"/>
    <dgm:cxn modelId="{208DC759-B355-4127-81FE-C2AD7C9B27CE}" srcId="{5FA38F34-347F-40D5-AA12-1FBF6596B883}" destId="{ECFE22A7-E6AB-4C6C-AEE7-D41956A5E4DC}" srcOrd="0" destOrd="0" parTransId="{06016E41-9837-401D-8232-E13FDFB1B0B2}" sibTransId="{7565A5CD-26A9-497A-874F-C45CB26FCA9C}"/>
    <dgm:cxn modelId="{12BF1D1C-2DC6-40CF-AFFA-4381C13F7736}" type="presOf" srcId="{36A239A4-8022-4985-829B-06A20D443CB1}" destId="{807F18B3-0780-4C06-9955-A09EEF2557DE}" srcOrd="0" destOrd="0" presId="urn:microsoft.com/office/officeart/2005/8/layout/process5"/>
    <dgm:cxn modelId="{FCF0BF23-1D18-4489-908F-AD571BFDBFC7}" srcId="{93453273-0B07-4291-AE38-3DE0FF1213D7}" destId="{DF236A1E-BA06-446F-AC6E-5918B6EFB443}" srcOrd="0" destOrd="0" parTransId="{FEF9CD09-3167-4B0D-9117-BA0BAE13FF9A}" sibTransId="{0D9974EF-1688-4630-B335-FAA80A5B57A4}"/>
    <dgm:cxn modelId="{AD4D393A-CBA3-449A-80B6-C6308849A807}" type="presOf" srcId="{FBE93F3B-25D2-4780-9C07-48D65FD1FC40}" destId="{EAC149E0-21F1-40BF-881F-2E4D60408B94}" srcOrd="1" destOrd="0" presId="urn:microsoft.com/office/officeart/2005/8/layout/process5"/>
    <dgm:cxn modelId="{CB831497-AD2A-4247-AA9A-7003C05E8F5C}" type="presParOf" srcId="{49433A8B-196A-4397-9179-02B8F42C6011}" destId="{3834C040-C499-4A8E-AF24-68D81F93A36E}" srcOrd="0" destOrd="0" presId="urn:microsoft.com/office/officeart/2005/8/layout/process5"/>
    <dgm:cxn modelId="{80D6B05B-698D-4CA7-9A19-DE79D79C9F08}" type="presParOf" srcId="{49433A8B-196A-4397-9179-02B8F42C6011}" destId="{D46CDE8E-E695-4E4A-B3C2-9ED1A03EC254}" srcOrd="1" destOrd="0" presId="urn:microsoft.com/office/officeart/2005/8/layout/process5"/>
    <dgm:cxn modelId="{6390926A-BA7B-488E-BB57-81BF9D7D8151}" type="presParOf" srcId="{D46CDE8E-E695-4E4A-B3C2-9ED1A03EC254}" destId="{EAC149E0-21F1-40BF-881F-2E4D60408B94}" srcOrd="0" destOrd="0" presId="urn:microsoft.com/office/officeart/2005/8/layout/process5"/>
    <dgm:cxn modelId="{557D9E03-E3F7-4C84-828A-22170AD1D4A1}" type="presParOf" srcId="{49433A8B-196A-4397-9179-02B8F42C6011}" destId="{CF910E45-D999-4DA6-86C2-7A8397FF879C}" srcOrd="2" destOrd="0" presId="urn:microsoft.com/office/officeart/2005/8/layout/process5"/>
    <dgm:cxn modelId="{96CB1103-9FF8-442E-94DE-EE0E25C03EA8}" type="presParOf" srcId="{49433A8B-196A-4397-9179-02B8F42C6011}" destId="{807F18B3-0780-4C06-9955-A09EEF2557DE}" srcOrd="3" destOrd="0" presId="urn:microsoft.com/office/officeart/2005/8/layout/process5"/>
    <dgm:cxn modelId="{F2C0DD48-40FE-423C-B567-67BCCA3B8B9D}" type="presParOf" srcId="{807F18B3-0780-4C06-9955-A09EEF2557DE}" destId="{CD5EB10B-F387-4B65-8CEC-EB4ACD233701}" srcOrd="0" destOrd="0" presId="urn:microsoft.com/office/officeart/2005/8/layout/process5"/>
    <dgm:cxn modelId="{2EB50691-204B-46DA-A0E1-30784B1196D0}" type="presParOf" srcId="{49433A8B-196A-4397-9179-02B8F42C6011}" destId="{352D63EF-A1B2-4D74-9E63-69145D71B441}" srcOrd="4" destOrd="0" presId="urn:microsoft.com/office/officeart/2005/8/layout/process5"/>
    <dgm:cxn modelId="{7A7BFFB1-4139-4100-8339-3ADDC8197511}" type="presParOf" srcId="{49433A8B-196A-4397-9179-02B8F42C6011}" destId="{38606C1D-DC95-4833-B69D-D09FE622D904}" srcOrd="5" destOrd="0" presId="urn:microsoft.com/office/officeart/2005/8/layout/process5"/>
    <dgm:cxn modelId="{59B5CBF4-241D-4767-9B2C-BD6D1F97825D}" type="presParOf" srcId="{38606C1D-DC95-4833-B69D-D09FE622D904}" destId="{DDB4CD1F-E0DD-4939-A78F-74A73A663D45}" srcOrd="0" destOrd="0" presId="urn:microsoft.com/office/officeart/2005/8/layout/process5"/>
    <dgm:cxn modelId="{E7A18DE9-CB5E-444F-9615-CF47FDA03687}" type="presParOf" srcId="{49433A8B-196A-4397-9179-02B8F42C6011}" destId="{3E573696-F330-4A2C-8DE2-9ECF7DCB7915}" srcOrd="6" destOrd="0" presId="urn:microsoft.com/office/officeart/2005/8/layout/process5"/>
    <dgm:cxn modelId="{A6824240-74F1-4FB9-9BBF-2C87AEB57888}" type="presParOf" srcId="{49433A8B-196A-4397-9179-02B8F42C6011}" destId="{51EA24F1-F8D3-43CB-AE24-0D3446EFE4DB}" srcOrd="7" destOrd="0" presId="urn:microsoft.com/office/officeart/2005/8/layout/process5"/>
    <dgm:cxn modelId="{E92DE80E-6DCD-4BD0-9F83-63C099F7DD2B}" type="presParOf" srcId="{51EA24F1-F8D3-43CB-AE24-0D3446EFE4DB}" destId="{A7240A4F-1FE1-4276-AB47-043B162F9821}" srcOrd="0" destOrd="0" presId="urn:microsoft.com/office/officeart/2005/8/layout/process5"/>
    <dgm:cxn modelId="{EB20F226-5D56-4BCA-BD2B-FAB4F09770EC}" type="presParOf" srcId="{49433A8B-196A-4397-9179-02B8F42C6011}" destId="{9BBA4D11-9222-4CE4-BFDF-4B36FAF65177}" srcOrd="8" destOrd="0" presId="urn:microsoft.com/office/officeart/2005/8/layout/process5"/>
    <dgm:cxn modelId="{4DF839A3-D5C0-495E-B98C-B15BE0F7021B}" type="presParOf" srcId="{49433A8B-196A-4397-9179-02B8F42C6011}" destId="{10945018-9AA2-4FB6-B8F0-93B7701BC3C9}" srcOrd="9" destOrd="0" presId="urn:microsoft.com/office/officeart/2005/8/layout/process5"/>
    <dgm:cxn modelId="{F68EA2C9-F5C2-4D16-A492-4166BE1D41C2}" type="presParOf" srcId="{10945018-9AA2-4FB6-B8F0-93B7701BC3C9}" destId="{738D5780-6DBD-45A2-AE42-28EE9AB1B13F}" srcOrd="0" destOrd="0" presId="urn:microsoft.com/office/officeart/2005/8/layout/process5"/>
    <dgm:cxn modelId="{2728E303-0B95-4675-894C-0066F38D9B9D}" type="presParOf" srcId="{49433A8B-196A-4397-9179-02B8F42C6011}" destId="{E623939A-3689-4A9C-93BD-B2FFFE1B421F}" srcOrd="10" destOrd="0" presId="urn:microsoft.com/office/officeart/2005/8/layout/process5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11C5C-6F80-4926-8EE4-B64A2CB2E206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A58E9-8F2B-4742-9F66-B913F13D5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1A58E9-8F2B-4742-9F66-B913F13D5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1A58E9-8F2B-4742-9F66-B913F13D5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1A58E9-8F2B-4742-9F66-B913F13D57CC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3F49B-2CD0-4AE1-9706-B73C7D721917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690A9-99F5-4950-8F25-0A49211FA5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3F49B-2CD0-4AE1-9706-B73C7D721917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690A9-99F5-4950-8F25-0A49211FA5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3F49B-2CD0-4AE1-9706-B73C7D721917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690A9-99F5-4950-8F25-0A49211FA5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3F49B-2CD0-4AE1-9706-B73C7D721917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690A9-99F5-4950-8F25-0A49211FA5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3F49B-2CD0-4AE1-9706-B73C7D721917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690A9-99F5-4950-8F25-0A49211FA5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3F49B-2CD0-4AE1-9706-B73C7D721917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690A9-99F5-4950-8F25-0A49211FA5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3F49B-2CD0-4AE1-9706-B73C7D721917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690A9-99F5-4950-8F25-0A49211FA5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3F49B-2CD0-4AE1-9706-B73C7D721917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690A9-99F5-4950-8F25-0A49211FA5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3F49B-2CD0-4AE1-9706-B73C7D721917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690A9-99F5-4950-8F25-0A49211FA5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3F49B-2CD0-4AE1-9706-B73C7D721917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690A9-99F5-4950-8F25-0A49211FA5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3F49B-2CD0-4AE1-9706-B73C7D721917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690A9-99F5-4950-8F25-0A49211FA5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73F49B-2CD0-4AE1-9706-B73C7D721917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690A9-99F5-4950-8F25-0A49211FA52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Sample%20Survey%20Papers/IoT.pd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Sample%20Survey%20Papers/Frontiers%20of%20Computer%20Science.pdf" TargetMode="External"/><Relationship Id="rId5" Type="http://schemas.openxmlformats.org/officeDocument/2006/relationships/hyperlink" Target="Sample%20Survey%20Papers/Neurocomputing.pdf" TargetMode="External"/><Relationship Id="rId4" Type="http://schemas.openxmlformats.org/officeDocument/2006/relationships/hyperlink" Target="Sample%20Survey%20Papers/Patterns.pdf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journal/internet-of-things" TargetMode="External"/><Relationship Id="rId2" Type="http://schemas.openxmlformats.org/officeDocument/2006/relationships/hyperlink" Target="https://doi.org/10.1016/j.iot.2024.101110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.com/patterns/home" TargetMode="External"/><Relationship Id="rId2" Type="http://schemas.openxmlformats.org/officeDocument/2006/relationships/hyperlink" Target="https://doi.org/10.1016/j.patter.2023.100788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16/j.neucom.2023.126232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journal/11704" TargetMode="External"/><Relationship Id="rId2" Type="http://schemas.openxmlformats.org/officeDocument/2006/relationships/hyperlink" Target="https://doi.org/10.1007/s11704-026-60308-3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AI-generated%20summaries%20over%20verified%20quality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PRISMA_2020_checklist.docx" TargetMode="External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2000" y="2635314"/>
            <a:ext cx="7740000" cy="1296000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b="1" dirty="0" smtClean="0"/>
              <a:t>How to Write a Survey Paper: </a:t>
            </a:r>
            <a:br>
              <a:rPr lang="en-US" b="1" dirty="0" smtClean="0"/>
            </a:br>
            <a:r>
              <a:rPr lang="en-US" sz="2800" dirty="0" smtClean="0"/>
              <a:t>From Literature Search to Defensible Research Gaps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/>
          </a:solidFill>
        </p:spPr>
        <p:txBody>
          <a:bodyPr>
            <a:normAutofit/>
          </a:bodyPr>
          <a:lstStyle/>
          <a:p>
            <a:r>
              <a:rPr lang="en-IN" sz="4000" dirty="0" smtClean="0"/>
              <a:t>What is a survey paper?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199"/>
            <a:ext cx="8229600" cy="4644000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/>
              <a:t>A </a:t>
            </a:r>
            <a:r>
              <a:rPr lang="en-US" sz="2400" b="1" dirty="0" smtClean="0"/>
              <a:t>survey</a:t>
            </a:r>
            <a:r>
              <a:rPr lang="en-US" sz="2400" dirty="0" smtClean="0"/>
              <a:t> </a:t>
            </a:r>
            <a:r>
              <a:rPr lang="en-US" sz="2400" b="1" dirty="0" smtClean="0"/>
              <a:t>paper</a:t>
            </a:r>
            <a:r>
              <a:rPr lang="en-US" sz="2400" dirty="0" smtClean="0"/>
              <a:t> reviews existing research on a specific topic in order to: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sz="2400" dirty="0" smtClean="0"/>
              <a:t>Understand what has been done.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sz="2400" dirty="0" smtClean="0"/>
              <a:t>Compare methods and findings.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sz="2400" dirty="0" smtClean="0"/>
              <a:t>Identify limitations, research gaps, and future directions.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The goal is to understand the research field as a whole, not just summarize individual papers.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A survey may be </a:t>
            </a:r>
            <a:r>
              <a:rPr lang="en-US" sz="2400" b="1" dirty="0" smtClean="0"/>
              <a:t>narrative</a:t>
            </a:r>
            <a:r>
              <a:rPr lang="en-US" sz="2400" dirty="0" smtClean="0"/>
              <a:t>, </a:t>
            </a:r>
            <a:r>
              <a:rPr lang="en-US" sz="2400" b="1" dirty="0" smtClean="0"/>
              <a:t>critical</a:t>
            </a:r>
            <a:r>
              <a:rPr lang="en-US" sz="2400" dirty="0" smtClean="0"/>
              <a:t>, </a:t>
            </a:r>
            <a:r>
              <a:rPr lang="en-US" sz="2400" b="1" dirty="0" smtClean="0"/>
              <a:t>systematic</a:t>
            </a:r>
            <a:r>
              <a:rPr lang="en-US" sz="2400" dirty="0" smtClean="0"/>
              <a:t>, or a </a:t>
            </a:r>
            <a:r>
              <a:rPr lang="en-US" sz="2400" b="1" i="1" dirty="0" smtClean="0"/>
              <a:t>combination</a:t>
            </a:r>
            <a:r>
              <a:rPr lang="en-US" sz="2400" dirty="0" smtClean="0"/>
              <a:t> of these approaches.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Survey Papers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996" cy="4491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99"/>
                <a:gridCol w="2057499"/>
                <a:gridCol w="2057499"/>
                <a:gridCol w="2057499"/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Type of Survey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Purpose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Focus of Analysis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Typical Content</a:t>
                      </a:r>
                      <a:endParaRPr lang="en-US" sz="2000" b="1" dirty="0"/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hlinkClick r:id="rId3" action="ppaction://hlinkfile"/>
                        </a:rPr>
                        <a:t>Thematic / Taxonomy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Organize </a:t>
                      </a:r>
                      <a:r>
                        <a:rPr lang="en-US" sz="2000" dirty="0"/>
                        <a:t>the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Categories, methods, similarities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Taxonomy or classification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hlinkClick r:id="rId4" action="ppaction://hlinkfile"/>
                        </a:rPr>
                        <a:t>Evaluative / Benchmark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Compare methods or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Metrics, evaluation criteria, trade-offs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Comparison tables and graphs</a:t>
                      </a:r>
                      <a:endParaRPr lang="en-US" sz="2000" dirty="0"/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lang="en-US" sz="2000" smtClean="0">
                          <a:hlinkClick r:id="rId5" action="ppaction://hlinkfile"/>
                        </a:rPr>
                        <a:t>Application-Oriented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Examining applications in a particular domain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Practical effectiveness and applicability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Pipeline diagrams</a:t>
                      </a:r>
                      <a:endParaRPr lang="en-US" sz="2000" dirty="0"/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lang="en-US" sz="2000" smtClean="0">
                          <a:hlinkClick r:id="rId6" action="ppaction://hlinkfile"/>
                        </a:rPr>
                        <a:t>Evolutionary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Trace field development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Milestones, trends, and paradigm shifts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Timeline or trend analysis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88668"/>
            <a:ext cx="9000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* These approaches may overlap; a survey can combine more than one.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88668"/>
            <a:ext cx="9000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* These approaches may overlap; a survey can combine more than one.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567000"/>
          <a:ext cx="8229600" cy="572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 smtClean="0"/>
              <a:t>Example of Thematic/</a:t>
            </a:r>
            <a:r>
              <a:rPr lang="en-IN" sz="3600" dirty="0" err="1" smtClean="0"/>
              <a:t>Taxanomy</a:t>
            </a:r>
            <a:r>
              <a:rPr lang="en-IN" sz="3600" dirty="0" smtClean="0"/>
              <a:t> Survey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Multi-aspect rule-based AI: Methods, taxonomy, challenges and directions towards automation, intelligence and transparent </a:t>
            </a:r>
            <a:r>
              <a:rPr lang="en-US" sz="2400" dirty="0" err="1" smtClean="0"/>
              <a:t>cybersecurity</a:t>
            </a:r>
            <a:r>
              <a:rPr lang="en-US" sz="2400" dirty="0" smtClean="0"/>
              <a:t> modeling for critical infrastructures (2024) </a:t>
            </a:r>
            <a:r>
              <a:rPr lang="en-US" sz="2400" dirty="0" smtClean="0">
                <a:hlinkClick r:id="rId2"/>
              </a:rPr>
              <a:t>https://doi.org/10.1016/j.iot.2024.101110</a:t>
            </a:r>
            <a:endParaRPr lang="en-US" sz="2400" dirty="0" smtClean="0"/>
          </a:p>
          <a:p>
            <a:r>
              <a:rPr lang="en-US" sz="2400" dirty="0" smtClean="0"/>
              <a:t>Journal : </a:t>
            </a:r>
            <a:r>
              <a:rPr lang="en-US" sz="2400" dirty="0" smtClean="0">
                <a:hlinkClick r:id="rId3"/>
              </a:rPr>
              <a:t>Internet of Things</a:t>
            </a:r>
            <a:r>
              <a:rPr lang="en-US" sz="2400" dirty="0" smtClean="0"/>
              <a:t> Supports open access</a:t>
            </a:r>
          </a:p>
          <a:p>
            <a:r>
              <a:rPr lang="en-US" sz="2400" dirty="0" err="1" smtClean="0"/>
              <a:t>CiteScore</a:t>
            </a:r>
            <a:r>
              <a:rPr lang="en-US" sz="2400" dirty="0" smtClean="0"/>
              <a:t> = 16.3</a:t>
            </a:r>
          </a:p>
          <a:p>
            <a:r>
              <a:rPr lang="en-US" sz="2400" dirty="0" smtClean="0"/>
              <a:t>Impact Factor = 7.1</a:t>
            </a:r>
          </a:p>
          <a:p>
            <a:endParaRPr lang="en-US" sz="2400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dirty="0" smtClean="0"/>
              <a:t>Example of </a:t>
            </a:r>
            <a:r>
              <a:rPr lang="en-US" sz="3600" dirty="0" smtClean="0"/>
              <a:t>Evaluative / Benchmark Survey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Toward human-level concept learning: Pattern benchmarking for AI algorithms (2023)</a:t>
            </a:r>
          </a:p>
          <a:p>
            <a:r>
              <a:rPr lang="en-US" sz="2400" dirty="0" smtClean="0">
                <a:hlinkClick r:id="rId2"/>
              </a:rPr>
              <a:t>https://doi.org/10.1016/j.patter.2023.100788</a:t>
            </a:r>
            <a:endParaRPr lang="en-US" sz="2400" dirty="0" smtClean="0"/>
          </a:p>
          <a:p>
            <a:r>
              <a:rPr lang="en-IN" sz="2400" dirty="0" smtClean="0"/>
              <a:t>Journal: </a:t>
            </a:r>
            <a:r>
              <a:rPr lang="en-IN" sz="2400" dirty="0" smtClean="0">
                <a:hlinkClick r:id="rId3"/>
              </a:rPr>
              <a:t>Patterns</a:t>
            </a:r>
            <a:r>
              <a:rPr lang="en-IN" sz="2400" dirty="0" smtClean="0"/>
              <a:t> </a:t>
            </a:r>
          </a:p>
          <a:p>
            <a:r>
              <a:rPr lang="en-IN" sz="2400" dirty="0" smtClean="0"/>
              <a:t>Publisher: </a:t>
            </a:r>
            <a:r>
              <a:rPr lang="en-US" sz="2400" dirty="0" smtClean="0"/>
              <a:t>Elsevier</a:t>
            </a:r>
            <a:endParaRPr lang="en-IN" sz="2400" dirty="0" smtClean="0">
              <a:hlinkClick r:id="rId3"/>
            </a:endParaRPr>
          </a:p>
          <a:p>
            <a:r>
              <a:rPr lang="en-IN" sz="2400" dirty="0" smtClean="0"/>
              <a:t>Cite score = </a:t>
            </a:r>
            <a:r>
              <a:rPr lang="en-US" sz="2400" dirty="0" smtClean="0"/>
              <a:t>18.0</a:t>
            </a:r>
            <a:endParaRPr lang="en-US" sz="2400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 smtClean="0"/>
              <a:t>Example of </a:t>
            </a:r>
            <a:r>
              <a:rPr lang="en-US" sz="3600" dirty="0" smtClean="0"/>
              <a:t>Application-Oriented Survey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 Systematic Review of Hate Speech Automatic Detection Using Natural Language Processing (2023)</a:t>
            </a:r>
          </a:p>
          <a:p>
            <a:r>
              <a:rPr lang="en-US" sz="2400" dirty="0" smtClean="0">
                <a:hlinkClick r:id="rId2"/>
              </a:rPr>
              <a:t>https://doi.org/10.1016/j.neucom.2023.126232</a:t>
            </a:r>
            <a:endParaRPr lang="en-US" sz="2400" dirty="0" smtClean="0"/>
          </a:p>
          <a:p>
            <a:r>
              <a:rPr lang="en-IN" sz="2400" dirty="0" smtClean="0"/>
              <a:t>Journal: </a:t>
            </a:r>
            <a:r>
              <a:rPr lang="en-US" sz="2400" dirty="0" err="1" smtClean="0"/>
              <a:t>Neurocomputing</a:t>
            </a:r>
            <a:endParaRPr lang="en-US" sz="2400" dirty="0" smtClean="0"/>
          </a:p>
          <a:p>
            <a:r>
              <a:rPr lang="en-US" sz="2400" dirty="0" err="1" smtClean="0"/>
              <a:t>CiteScore</a:t>
            </a:r>
            <a:r>
              <a:rPr lang="en-US" sz="2400" dirty="0" smtClean="0"/>
              <a:t> = 10.8</a:t>
            </a:r>
          </a:p>
          <a:p>
            <a:r>
              <a:rPr lang="en-US" sz="2400" dirty="0" smtClean="0"/>
              <a:t>Impact Factor = 6.7</a:t>
            </a:r>
          </a:p>
          <a:p>
            <a:endParaRPr lang="en-US" sz="2400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 smtClean="0"/>
              <a:t>Example of </a:t>
            </a:r>
            <a:r>
              <a:rPr lang="en-US" sz="4000" dirty="0" smtClean="0"/>
              <a:t>Evolutionary Survey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 Survey of Large Language Models (2026) </a:t>
            </a:r>
            <a:r>
              <a:rPr lang="en-US" sz="2400" dirty="0" smtClean="0">
                <a:hlinkClick r:id="rId2"/>
              </a:rPr>
              <a:t>https://doi.org/10.1007/s11704-026-60308-3</a:t>
            </a:r>
            <a:endParaRPr lang="en-US" sz="2400" dirty="0" smtClean="0"/>
          </a:p>
          <a:p>
            <a:r>
              <a:rPr lang="en-IN" sz="2400" dirty="0" smtClean="0"/>
              <a:t>Journal :</a:t>
            </a:r>
            <a:r>
              <a:rPr lang="en-US" sz="2400" b="1" dirty="0" smtClean="0">
                <a:hlinkClick r:id="rId3"/>
              </a:rPr>
              <a:t>Frontiers of Computer Science</a:t>
            </a:r>
            <a:endParaRPr lang="en-US" sz="2400" b="1" dirty="0" smtClean="0"/>
          </a:p>
          <a:p>
            <a:r>
              <a:rPr lang="en-IN" sz="2400" dirty="0" smtClean="0"/>
              <a:t>Impact Factor :</a:t>
            </a:r>
            <a:r>
              <a:rPr lang="en-US" sz="2400" dirty="0" smtClean="0"/>
              <a:t>7.3 (2025)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685800" y="2130424"/>
            <a:ext cx="7772400" cy="1764000"/>
          </a:xfrm>
        </p:spPr>
        <p:txBody>
          <a:bodyPr>
            <a:normAutofit/>
          </a:bodyPr>
          <a:lstStyle/>
          <a:p>
            <a:pPr fontAlgn="t"/>
            <a:r>
              <a:rPr lang="en-US" sz="3600" b="1" dirty="0" smtClean="0"/>
              <a:t>Traditional / Critical Survey</a:t>
            </a:r>
            <a:br>
              <a:rPr lang="en-US" sz="3600" b="1" dirty="0" smtClean="0"/>
            </a:br>
            <a:r>
              <a:rPr lang="en-US" sz="3600" b="1" dirty="0" smtClean="0"/>
              <a:t>vs.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b="1" dirty="0" smtClean="0"/>
              <a:t>Systematic Literature Review</a:t>
            </a:r>
            <a:endParaRPr lang="en-US" sz="36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6000" y="410240"/>
            <a:ext cx="8532000" cy="720000"/>
          </a:xfrm>
          <a:solidFill>
            <a:schemeClr val="accent5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200" dirty="0" smtClean="0"/>
              <a:t>Traditional Survey vs. Systematic Literature Review</a:t>
            </a:r>
            <a:endParaRPr lang="en-US" sz="3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06000" y="1540480"/>
          <a:ext cx="8532000" cy="490728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945898"/>
                <a:gridCol w="3293051"/>
                <a:gridCol w="329305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Feature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Traditional </a:t>
                      </a:r>
                      <a:r>
                        <a:rPr lang="en-US" sz="2000" dirty="0" smtClean="0"/>
                        <a:t>Survey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Systematic Literature </a:t>
                      </a:r>
                      <a:r>
                        <a:rPr lang="en-US" sz="2000" dirty="0" smtClean="0"/>
                        <a:t>Review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Primary 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Understand the field, compare approaches, </a:t>
                      </a:r>
                      <a:endParaRPr lang="en-US" sz="2000" dirty="0" smtClean="0"/>
                    </a:p>
                    <a:p>
                      <a:r>
                        <a:rPr lang="en-US" sz="2000" dirty="0" smtClean="0"/>
                        <a:t>identify </a:t>
                      </a:r>
                      <a:r>
                        <a:rPr lang="en-US" sz="2000" dirty="0"/>
                        <a:t>challenges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Answer focused research questions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Search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May be selective; documentation varies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Uses a documented search strategy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Paper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Guided by relevance and expert judgment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Applies predefined eligibility criteria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Analysis and synthesis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Critically compares methods, themes, and 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Synthesizes evidence to answer the review questions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Quality 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May assess study quality formally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May apply predefined quality criteria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Transparency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Depends on documentation of review decisions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Explicitly reports review procedures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4000" y="142852"/>
          <a:ext cx="8784000" cy="4333892"/>
        </p:xfrm>
        <a:graphic>
          <a:graphicData uri="http://schemas.openxmlformats.org/drawingml/2006/table">
            <a:tbl>
              <a:tblPr/>
              <a:tblGrid>
                <a:gridCol w="1872000"/>
                <a:gridCol w="3456000"/>
                <a:gridCol w="3456000"/>
              </a:tblGrid>
              <a:tr h="179031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1286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3868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3868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3868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1286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7577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0159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2740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3868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6449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7903" marR="17903" marT="8952" marB="89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 smtClean="0"/>
              <a:t>Group 1: Purpose and planning</a:t>
            </a:r>
            <a:endParaRPr lang="en-US" sz="36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931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Traditional / Critical Survey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Systematic Literature Review 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Primary 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Develop an expert understanding of the field, compare approaches, and identify open challenges.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Answer defined research questions through a systematic review of relevant studies.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May not use a formally predefined review protocol.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Uses a predefined review protocol describing the planned methods.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Search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May be selective or partially documented; practices vary.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Documents the databases, search strings, search dates, and selection procedures.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 smtClean="0"/>
              <a:t>Group 2: Paper selection and research rigor</a:t>
            </a:r>
            <a:endParaRPr lang="en-US" sz="36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48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Traditional / Critical Survey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Systematic Literature Review 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Paper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Expert-driven selection of important, influential, or representative studies.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Explicit inclusion and exclusion criteria applied systematically.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Bias Mitigation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May rely primarily on author judgment; formal bias mitigation is not always reported.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Uses documented screening procedures and may include independent reviewers and agreement measures.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Quality 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Formal appraisal of study quality is less common, depending on the survey type.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Often includes a predefined quality-assessment checklist when appropriate to the review question.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 smtClean="0"/>
              <a:t>Group 3: Analysis and synthesis</a:t>
            </a:r>
            <a:endParaRPr lang="en-US" sz="36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48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Traditional / Critical Survey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Systematic Literature Review 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Data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Flexible extraction and organization of information, guided by the survey's objectives and themes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Uses structured data-extraction forms or predefined fields.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Organized by themes, components, architectural layers, or taxonomy.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Organized around research questions, protocol, results, and evidence synthesis.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Typical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Taxonomy, comparison of approaches, open issues, and future directions.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Evidence synthesis, answers to research questions, and evidence-based research gaps.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 smtClean="0"/>
              <a:t>Group 4: Transparency and reproducibility</a:t>
            </a:r>
            <a:endParaRPr lang="en-US" sz="36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Traditional / Critical Survey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Systematic Literature Review 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Transparency and reproducibility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Depends on how clearly the search, selection, and synthesis decisions are documented.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Typically provides a more explicit and reproducible account of the search and selection process, although exact replication is not guaranteed.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/>
          </a:solidFill>
        </p:spPr>
        <p:txBody>
          <a:bodyPr/>
          <a:lstStyle/>
          <a:p>
            <a:r>
              <a:rPr lang="en-IN" dirty="0" smtClean="0"/>
              <a:t>PRISMA 2020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29196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 smtClean="0"/>
              <a:t> </a:t>
            </a:r>
            <a:r>
              <a:rPr lang="en-US" b="1" dirty="0" smtClean="0"/>
              <a:t>P</a:t>
            </a:r>
            <a:r>
              <a:rPr lang="en-US" sz="2400" dirty="0" smtClean="0"/>
              <a:t>referred </a:t>
            </a:r>
            <a:r>
              <a:rPr lang="en-US" b="1" dirty="0" smtClean="0"/>
              <a:t>R</a:t>
            </a:r>
            <a:r>
              <a:rPr lang="en-US" sz="2400" dirty="0" smtClean="0"/>
              <a:t>eporting </a:t>
            </a:r>
            <a:r>
              <a:rPr lang="en-US" b="1" dirty="0" smtClean="0"/>
              <a:t>I</a:t>
            </a:r>
            <a:r>
              <a:rPr lang="en-US" sz="2400" dirty="0" smtClean="0"/>
              <a:t>tems for </a:t>
            </a:r>
            <a:r>
              <a:rPr lang="en-US" b="1" dirty="0" smtClean="0"/>
              <a:t>S</a:t>
            </a:r>
            <a:r>
              <a:rPr lang="en-US" sz="2400" dirty="0" smtClean="0"/>
              <a:t>ystematic Reviews and  </a:t>
            </a:r>
            <a:r>
              <a:rPr lang="en-US" b="1" dirty="0" smtClean="0"/>
              <a:t>M</a:t>
            </a:r>
            <a:r>
              <a:rPr lang="en-US" sz="2400" dirty="0" smtClean="0"/>
              <a:t>eta-</a:t>
            </a:r>
            <a:r>
              <a:rPr lang="en-US" b="1" dirty="0" smtClean="0"/>
              <a:t>A</a:t>
            </a:r>
            <a:r>
              <a:rPr lang="en-US" sz="2400" dirty="0" smtClean="0"/>
              <a:t>nalyses.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A widely used </a:t>
            </a:r>
            <a:r>
              <a:rPr lang="en-US" sz="2400" b="1" dirty="0" smtClean="0"/>
              <a:t>reporting guideline</a:t>
            </a:r>
            <a:r>
              <a:rPr lang="en-US" sz="2400" dirty="0" smtClean="0"/>
              <a:t> for systematic reviews.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Promotes </a:t>
            </a:r>
            <a:r>
              <a:rPr lang="en-US" sz="2400" b="1" dirty="0" smtClean="0"/>
              <a:t>transparent, complete, and clear reporting</a:t>
            </a:r>
            <a:r>
              <a:rPr lang="en-US" sz="2400" dirty="0" smtClean="0"/>
              <a:t> of the review process.</a:t>
            </a:r>
          </a:p>
          <a:p>
            <a:pPr algn="just"/>
            <a:endParaRPr lang="en-US" sz="2400" b="1" dirty="0" smtClean="0"/>
          </a:p>
          <a:p>
            <a:pPr algn="just"/>
            <a:r>
              <a:rPr lang="en-US" sz="2400" b="1" dirty="0" smtClean="0"/>
              <a:t>PRISMA guides reporting, not how to conduct the research.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0" y="6498000"/>
            <a:ext cx="48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hlinkClick r:id="rId2" action="ppaction://hlinkfile"/>
              </a:rPr>
              <a:t>https://www.prisma-statement.org/prisma-2020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/>
          </a:solidFill>
        </p:spPr>
        <p:txBody>
          <a:bodyPr>
            <a:normAutofit/>
          </a:bodyPr>
          <a:lstStyle/>
          <a:p>
            <a:r>
              <a:rPr lang="en-IN" sz="4000" dirty="0" smtClean="0"/>
              <a:t>Key Components of PRISMA 2020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dirty="0" smtClean="0">
                <a:hlinkClick r:id="rId3" action="ppaction://hlinkfile"/>
              </a:rPr>
              <a:t>27-item checklist</a:t>
            </a:r>
            <a:endParaRPr lang="en-IN" sz="2200" dirty="0" smtClean="0"/>
          </a:p>
          <a:p>
            <a:r>
              <a:rPr lang="en-US" sz="2200" dirty="0" smtClean="0"/>
              <a:t>A </a:t>
            </a:r>
            <a:r>
              <a:rPr lang="en-US" sz="2200" b="1" dirty="0" smtClean="0"/>
              <a:t>3-step funnel</a:t>
            </a:r>
            <a:r>
              <a:rPr lang="en-US" sz="2200" dirty="0" smtClean="0"/>
              <a:t> that visually maps out a literature search:</a:t>
            </a:r>
          </a:p>
        </p:txBody>
      </p:sp>
      <p:graphicFrame>
        <p:nvGraphicFramePr>
          <p:cNvPr id="19" name="Content Placeholder 13"/>
          <p:cNvGraphicFramePr>
            <a:graphicFrameLocks/>
          </p:cNvGraphicFramePr>
          <p:nvPr/>
        </p:nvGraphicFramePr>
        <p:xfrm>
          <a:off x="18000" y="2500306"/>
          <a:ext cx="9108000" cy="55007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143636" y="6570000"/>
            <a:ext cx="3000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400" b="1" i="1" dirty="0" smtClean="0"/>
              <a:t>* Numbers are illustrative.</a:t>
            </a:r>
            <a:endParaRPr lang="en-US" sz="1400" b="1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600" dirty="0" smtClean="0"/>
              <a:t>Practical Steps for Writing a Survey Paper</a:t>
            </a:r>
            <a:endParaRPr lang="en-US" sz="36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26000" y="1390520"/>
          <a:ext cx="8892000" cy="51817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B050"/>
                </a:solidFill>
              </a:rPr>
              <a:t>Dos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Don’ts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>
          <a:xfrm>
            <a:off x="457200" y="1600199"/>
            <a:ext cx="4038600" cy="4824000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B050"/>
                </a:solidFill>
              </a:rPr>
              <a:t>Do</a:t>
            </a:r>
            <a:r>
              <a:rPr lang="en-US" sz="2000" b="1" dirty="0" smtClean="0"/>
              <a:t> look for patterns, not just papers.</a:t>
            </a:r>
          </a:p>
          <a:p>
            <a:pPr lvl="1"/>
            <a:r>
              <a:rPr lang="en-US" sz="2000" dirty="0" smtClean="0"/>
              <a:t>Connect findings to reveal broader insights.</a:t>
            </a:r>
          </a:p>
          <a:p>
            <a:pPr marL="363538" indent="-363538"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B050"/>
                </a:solidFill>
              </a:rPr>
              <a:t>Do</a:t>
            </a:r>
            <a:r>
              <a:rPr lang="en-US" sz="2000" b="1" dirty="0" smtClean="0"/>
              <a:t> question the evidence.</a:t>
            </a:r>
          </a:p>
          <a:p>
            <a:pPr lvl="1"/>
            <a:r>
              <a:rPr lang="en-US" sz="2000" dirty="0" smtClean="0"/>
              <a:t>Examine assumptions, data, and metrics.</a:t>
            </a: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B050"/>
                </a:solidFill>
              </a:rPr>
              <a:t>Do</a:t>
            </a:r>
            <a:r>
              <a:rPr lang="en-US" sz="2000" b="1" dirty="0" smtClean="0"/>
              <a:t> identify gaps through synthesis.</a:t>
            </a:r>
          </a:p>
          <a:p>
            <a:pPr lvl="1"/>
            <a:r>
              <a:rPr lang="en-US" sz="2000" dirty="0" smtClean="0"/>
              <a:t>Uncover contradictions and unresolved questions.</a:t>
            </a: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B050"/>
                </a:solidFill>
              </a:rPr>
              <a:t>Do</a:t>
            </a:r>
            <a:r>
              <a:rPr lang="en-US" sz="2000" b="1" dirty="0" smtClean="0"/>
              <a:t> offer a perspective.</a:t>
            </a:r>
          </a:p>
          <a:p>
            <a:pPr lvl="1"/>
            <a:r>
              <a:rPr lang="en-US" sz="2000" dirty="0" smtClean="0"/>
              <a:t>Develop a useful framework or interpretation.</a:t>
            </a:r>
            <a:endParaRPr lang="en-US" sz="2000" dirty="0"/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>
          <a:xfrm>
            <a:off x="4648200" y="1600199"/>
            <a:ext cx="4038600" cy="48240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Font typeface="Wingdings" pitchFamily="2" charset="2"/>
              <a:buChar char="û"/>
            </a:pPr>
            <a:r>
              <a:rPr lang="en-US" sz="2000" b="1" dirty="0" smtClean="0">
                <a:solidFill>
                  <a:srgbClr val="FF0000"/>
                </a:solidFill>
              </a:rPr>
              <a:t>Don’t</a:t>
            </a:r>
            <a:r>
              <a:rPr lang="en-US" sz="2000" b="1" dirty="0" smtClean="0"/>
              <a:t> make the scope too broad. </a:t>
            </a:r>
          </a:p>
          <a:p>
            <a:pPr lvl="1"/>
            <a:r>
              <a:rPr lang="en-US" sz="2000" dirty="0" smtClean="0"/>
              <a:t>Keep the focus manageable.</a:t>
            </a:r>
          </a:p>
          <a:p>
            <a:pPr>
              <a:buFont typeface="Wingdings" pitchFamily="2" charset="2"/>
              <a:buChar char="û"/>
            </a:pPr>
            <a:r>
              <a:rPr lang="en-US" sz="2000" b="1" dirty="0" smtClean="0">
                <a:solidFill>
                  <a:srgbClr val="FF0000"/>
                </a:solidFill>
              </a:rPr>
              <a:t>Don’t</a:t>
            </a:r>
            <a:r>
              <a:rPr lang="en-US" sz="2000" b="1" dirty="0" smtClean="0"/>
              <a:t> just summarize papers. </a:t>
            </a:r>
          </a:p>
          <a:p>
            <a:pPr lvl="1"/>
            <a:r>
              <a:rPr lang="en-US" sz="2000" dirty="0" smtClean="0"/>
              <a:t>Synthesize findings and compare evidence.</a:t>
            </a:r>
          </a:p>
          <a:p>
            <a:pPr>
              <a:buFont typeface="Wingdings" pitchFamily="2" charset="2"/>
              <a:buChar char="û"/>
            </a:pPr>
            <a:r>
              <a:rPr lang="en-US" sz="2000" b="1" dirty="0" smtClean="0">
                <a:solidFill>
                  <a:srgbClr val="FF0000"/>
                </a:solidFill>
              </a:rPr>
              <a:t>Don’t</a:t>
            </a:r>
            <a:r>
              <a:rPr lang="en-US" sz="2000" b="1" dirty="0" smtClean="0"/>
              <a:t> assume research gaps.</a:t>
            </a:r>
          </a:p>
          <a:p>
            <a:pPr lvl="1"/>
            <a:r>
              <a:rPr lang="en-US" sz="2000" dirty="0" smtClean="0"/>
              <a:t>Validate them against the existing literature.</a:t>
            </a:r>
          </a:p>
          <a:p>
            <a:pPr>
              <a:buFont typeface="Wingdings" pitchFamily="2" charset="2"/>
              <a:buChar char="û"/>
            </a:pPr>
            <a:r>
              <a:rPr lang="en-US" sz="2000" b="1" dirty="0" smtClean="0">
                <a:solidFill>
                  <a:srgbClr val="FF0000"/>
                </a:solidFill>
              </a:rPr>
              <a:t>Don’t</a:t>
            </a:r>
            <a:r>
              <a:rPr lang="en-US" sz="2000" b="1" dirty="0" smtClean="0"/>
              <a:t> prioritize quantity, novelty, or AI-generated summaries over verified quality.</a:t>
            </a:r>
          </a:p>
          <a:p>
            <a:pPr lvl="1"/>
            <a:r>
              <a:rPr lang="en-US" sz="2000" dirty="0" smtClean="0"/>
              <a:t>Focus on meaningful insights and verified evidence.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B0F0"/>
                </a:solidFill>
              </a:rPr>
              <a:t>Stay curious. </a:t>
            </a:r>
            <a:r>
              <a:rPr lang="en-US" dirty="0" smtClean="0">
                <a:solidFill>
                  <a:srgbClr val="92D050"/>
                </a:solidFill>
              </a:rPr>
              <a:t>Keep questioning.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en-US" dirty="0" smtClean="0">
                <a:solidFill>
                  <a:srgbClr val="FFC000"/>
                </a:solidFill>
              </a:rPr>
              <a:t>Happy Research!</a:t>
            </a:r>
            <a:endParaRPr lang="en-US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592</TotalTime>
  <Words>1155</Words>
  <Application>Microsoft Office PowerPoint</Application>
  <PresentationFormat>On-screen Show (4:3)</PresentationFormat>
  <Paragraphs>198</Paragraphs>
  <Slides>19</Slides>
  <Notes>3</Notes>
  <HiddenSlides>10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How to Write a Survey Paper:  From Literature Search to Defensible Research Gaps</vt:lpstr>
      <vt:lpstr>What is a survey paper?</vt:lpstr>
      <vt:lpstr>Types of Survey Papers</vt:lpstr>
      <vt:lpstr>Slide 4</vt:lpstr>
      <vt:lpstr>Example of Thematic/Taxanomy Survey</vt:lpstr>
      <vt:lpstr>Example of Evaluative / Benchmark Survey</vt:lpstr>
      <vt:lpstr>Example of Application-Oriented Survey</vt:lpstr>
      <vt:lpstr>Example of Evolutionary Survey</vt:lpstr>
      <vt:lpstr>Traditional / Critical Survey vs. Systematic Literature Review</vt:lpstr>
      <vt:lpstr>Traditional Survey vs. Systematic Literature Review</vt:lpstr>
      <vt:lpstr>Group 1: Purpose and planning</vt:lpstr>
      <vt:lpstr>Group 2: Paper selection and research rigor</vt:lpstr>
      <vt:lpstr>Group 3: Analysis and synthesis</vt:lpstr>
      <vt:lpstr>Group 4: Transparency and reproducibility</vt:lpstr>
      <vt:lpstr>PRISMA 2020</vt:lpstr>
      <vt:lpstr>Key Components of PRISMA 2020</vt:lpstr>
      <vt:lpstr>Practical Steps for Writing a Survey Paper</vt:lpstr>
      <vt:lpstr>Dos and Don’ts</vt:lpstr>
      <vt:lpstr>Stay curious. Keep questioning.  Happy Research!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Write a Survey Paper: From Literature Search to Defensible Research Gaps</dc:title>
  <dc:creator>CEDDU</dc:creator>
  <cp:lastModifiedBy>CEDDU</cp:lastModifiedBy>
  <cp:revision>134</cp:revision>
  <dcterms:created xsi:type="dcterms:W3CDTF">2026-10-12T04:37:45Z</dcterms:created>
  <dcterms:modified xsi:type="dcterms:W3CDTF">2026-10-14T07:00:10Z</dcterms:modified>
</cp:coreProperties>
</file>